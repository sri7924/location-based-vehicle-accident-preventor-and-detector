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70" r:id="rId4"/>
    <p:sldId id="259" r:id="rId5"/>
    <p:sldId id="258" r:id="rId6"/>
    <p:sldId id="260" r:id="rId7"/>
    <p:sldId id="261" r:id="rId8"/>
    <p:sldId id="267" r:id="rId9"/>
    <p:sldId id="268" r:id="rId10"/>
    <p:sldId id="269" r:id="rId11"/>
    <p:sldId id="271" r:id="rId12"/>
    <p:sldId id="272" r:id="rId13"/>
    <p:sldId id="273" r:id="rId14"/>
    <p:sldId id="274" r:id="rId15"/>
    <p:sldId id="275" r:id="rId16"/>
    <p:sldId id="276" r:id="rId17"/>
    <p:sldId id="277" r:id="rId18"/>
    <p:sldId id="278" r:id="rId19"/>
    <p:sldId id="279" r:id="rId20"/>
    <p:sldId id="262" r:id="rId21"/>
    <p:sldId id="263" r:id="rId22"/>
    <p:sldId id="264" r:id="rId23"/>
    <p:sldId id="265" r:id="rId24"/>
    <p:sldId id="266" r:id="rId25"/>
  </p:sldIdLst>
  <p:sldSz cx="12192000" cy="6858000"/>
  <p:notesSz cx="6858000" cy="9144000"/>
  <p:embeddedFontLst>
    <p:embeddedFont>
      <p:font typeface="Arial Black" panose="020B0A04020102020204" pitchFamily="34" charset="0"/>
      <p:regular r:id="rId27"/>
      <p:bold r:id="rId28"/>
    </p:embeddedFont>
    <p:embeddedFont>
      <p:font typeface="Chelsea Market" panose="020B0604020202020204" charset="0"/>
      <p:regular r:id="rId29"/>
    </p:embeddedFont>
    <p:embeddedFont>
      <p:font typeface="Gill Sans" panose="020B0604020202020204" charset="0"/>
      <p:regular r:id="rId30"/>
      <p:bold r:id="rId31"/>
    </p:embeddedFont>
    <p:embeddedFont>
      <p:font typeface="Poppins" panose="000005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jBaTJGuHuA8FC/g0q00V4C7n1r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4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91423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18" name="Google Shape;18;p14"/>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2231136" y="964692"/>
            <a:ext cx="7729728" cy="1188720"/>
          </a:xfrm>
          <a:prstGeom prst="rect">
            <a:avLst/>
          </a:prstGeom>
          <a:solidFill>
            <a:schemeClr val="lt1"/>
          </a:solidFill>
          <a:ln w="31750" cap="sq" cmpd="sng">
            <a:solidFill>
              <a:srgbClr val="3F3F3F"/>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24" name="Google Shape;24;p15"/>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1"/>
        </a:solidFill>
        <a:effectLst/>
      </p:bgPr>
    </p:bg>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2695194" y="4352465"/>
            <a:ext cx="6801612" cy="1265082"/>
          </a:xfrm>
          <a:prstGeom prst="rect">
            <a:avLst/>
          </a:prstGeom>
          <a:noFill/>
          <a:ln>
            <a:noFill/>
          </a:ln>
        </p:spPr>
        <p:txBody>
          <a:bodyPr spcFirstLastPara="1" wrap="square" lIns="91425" tIns="45700" rIns="91425" bIns="45700" anchor="t" anchorCtr="1">
            <a:normAutofit/>
          </a:bodyPr>
          <a:lstStyle>
            <a:lvl1pPr marL="457200" lvl="0" indent="-228600" algn="l">
              <a:lnSpc>
                <a:spcPct val="100000"/>
              </a:lnSpc>
              <a:spcBef>
                <a:spcPts val="1000"/>
              </a:spcBef>
              <a:spcAft>
                <a:spcPts val="0"/>
              </a:spcAft>
              <a:buSzPts val="2000"/>
              <a:buNone/>
              <a:defRPr sz="2000">
                <a:solidFill>
                  <a:schemeClr val="lt1"/>
                </a:solidFill>
              </a:defRPr>
            </a:lvl1pPr>
            <a:lvl2pPr marL="914400" lvl="1" indent="-228600" algn="l">
              <a:lnSpc>
                <a:spcPct val="100000"/>
              </a:lnSpc>
              <a:spcBef>
                <a:spcPts val="1000"/>
              </a:spcBef>
              <a:spcAft>
                <a:spcPts val="0"/>
              </a:spcAft>
              <a:buSzPts val="2000"/>
              <a:buNone/>
              <a:defRPr sz="2000">
                <a:solidFill>
                  <a:schemeClr val="lt1"/>
                </a:solidFill>
              </a:defRPr>
            </a:lvl2pPr>
            <a:lvl3pPr marL="1371600" lvl="2" indent="-228600" algn="l">
              <a:lnSpc>
                <a:spcPct val="100000"/>
              </a:lnSpc>
              <a:spcBef>
                <a:spcPts val="1000"/>
              </a:spcBef>
              <a:spcAft>
                <a:spcPts val="0"/>
              </a:spcAft>
              <a:buSzPts val="1800"/>
              <a:buNone/>
              <a:defRPr sz="1800">
                <a:solidFill>
                  <a:schemeClr val="lt1"/>
                </a:solidFill>
              </a:defRPr>
            </a:lvl3pPr>
            <a:lvl4pPr marL="1828800" lvl="3" indent="-228600" algn="l">
              <a:lnSpc>
                <a:spcPct val="100000"/>
              </a:lnSpc>
              <a:spcBef>
                <a:spcPts val="1000"/>
              </a:spcBef>
              <a:spcAft>
                <a:spcPts val="0"/>
              </a:spcAft>
              <a:buSzPts val="1600"/>
              <a:buNone/>
              <a:defRPr sz="1600">
                <a:solidFill>
                  <a:schemeClr val="lt1"/>
                </a:solidFill>
              </a:defRPr>
            </a:lvl4pPr>
            <a:lvl5pPr marL="2286000" lvl="4" indent="-228600" algn="l">
              <a:lnSpc>
                <a:spcPct val="100000"/>
              </a:lnSpc>
              <a:spcBef>
                <a:spcPts val="1000"/>
              </a:spcBef>
              <a:spcAft>
                <a:spcPts val="0"/>
              </a:spcAft>
              <a:buSzPts val="1600"/>
              <a:buNone/>
              <a:defRPr sz="1600">
                <a:solidFill>
                  <a:schemeClr val="lt1"/>
                </a:solidFill>
              </a:defRPr>
            </a:lvl5pPr>
            <a:lvl6pPr marL="2743200" lvl="5" indent="-228600" algn="l">
              <a:lnSpc>
                <a:spcPct val="100000"/>
              </a:lnSpc>
              <a:spcBef>
                <a:spcPts val="1000"/>
              </a:spcBef>
              <a:spcAft>
                <a:spcPts val="0"/>
              </a:spcAft>
              <a:buSzPts val="1600"/>
              <a:buNone/>
              <a:defRPr sz="1600">
                <a:solidFill>
                  <a:schemeClr val="lt1"/>
                </a:solidFill>
              </a:defRPr>
            </a:lvl6pPr>
            <a:lvl7pPr marL="3200400" lvl="6" indent="-228600" algn="l">
              <a:lnSpc>
                <a:spcPct val="100000"/>
              </a:lnSpc>
              <a:spcBef>
                <a:spcPts val="1000"/>
              </a:spcBef>
              <a:spcAft>
                <a:spcPts val="0"/>
              </a:spcAft>
              <a:buSzPts val="1600"/>
              <a:buNone/>
              <a:defRPr sz="1600">
                <a:solidFill>
                  <a:schemeClr val="lt1"/>
                </a:solidFill>
              </a:defRPr>
            </a:lvl7pPr>
            <a:lvl8pPr marL="3657600" lvl="7" indent="-228600" algn="l">
              <a:lnSpc>
                <a:spcPct val="100000"/>
              </a:lnSpc>
              <a:spcBef>
                <a:spcPts val="1000"/>
              </a:spcBef>
              <a:spcAft>
                <a:spcPts val="0"/>
              </a:spcAft>
              <a:buSzPts val="1600"/>
              <a:buNone/>
              <a:defRPr sz="1600">
                <a:solidFill>
                  <a:schemeClr val="lt1"/>
                </a:solidFill>
              </a:defRPr>
            </a:lvl8pPr>
            <a:lvl9pPr marL="4114800" lvl="8" indent="-228600" algn="l">
              <a:lnSpc>
                <a:spcPct val="100000"/>
              </a:lnSpc>
              <a:spcBef>
                <a:spcPts val="1000"/>
              </a:spcBef>
              <a:spcAft>
                <a:spcPts val="0"/>
              </a:spcAft>
              <a:buSzPts val="1600"/>
              <a:buNone/>
              <a:defRPr sz="1600">
                <a:solidFill>
                  <a:schemeClr val="lt1"/>
                </a:solidFill>
              </a:defRPr>
            </a:lvl9pPr>
          </a:lstStyle>
          <a:p>
            <a:endParaRPr/>
          </a:p>
        </p:txBody>
      </p:sp>
      <p:sp>
        <p:nvSpPr>
          <p:cNvPr id="30" name="Google Shape;30;p16"/>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2231136" y="964692"/>
            <a:ext cx="7729728" cy="1188720"/>
          </a:xfrm>
          <a:prstGeom prst="rect">
            <a:avLst/>
          </a:prstGeom>
          <a:solidFill>
            <a:schemeClr val="lt1"/>
          </a:solidFill>
          <a:ln w="31750" cap="sq" cmpd="sng">
            <a:solidFill>
              <a:srgbClr val="3F3F3F"/>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36" name="Google Shape;36;p17"/>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37" name="Google Shape;37;p17"/>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body" idx="1"/>
          </p:nvPr>
        </p:nvSpPr>
        <p:spPr>
          <a:xfrm>
            <a:off x="158343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chemeClr val="accent2"/>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2" name="Google Shape;42;p18"/>
          <p:cNvSpPr txBox="1">
            <a:spLocks noGrp="1"/>
          </p:cNvSpPr>
          <p:nvPr>
            <p:ph type="body" idx="2"/>
          </p:nvPr>
        </p:nvSpPr>
        <p:spPr>
          <a:xfrm>
            <a:off x="1583436" y="3143250"/>
            <a:ext cx="4270248"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3" name="Google Shape;43;p18"/>
          <p:cNvSpPr txBox="1">
            <a:spLocks noGrp="1"/>
          </p:cNvSpPr>
          <p:nvPr>
            <p:ph type="body" idx="3"/>
          </p:nvPr>
        </p:nvSpPr>
        <p:spPr>
          <a:xfrm>
            <a:off x="6338316" y="3143250"/>
            <a:ext cx="4253484"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30200" algn="l">
              <a:lnSpc>
                <a:spcPct val="100000"/>
              </a:lnSpc>
              <a:spcBef>
                <a:spcPts val="1000"/>
              </a:spcBef>
              <a:spcAft>
                <a:spcPts val="0"/>
              </a:spcAft>
              <a:buSzPts val="16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4" name="Google Shape;44;p18"/>
          <p:cNvSpPr txBox="1">
            <a:spLocks noGrp="1"/>
          </p:cNvSpPr>
          <p:nvPr>
            <p:ph type="body" idx="4"/>
          </p:nvPr>
        </p:nvSpPr>
        <p:spPr>
          <a:xfrm>
            <a:off x="633831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chemeClr val="accent2"/>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5" name="Google Shape;45;p18"/>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8"/>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8" name="Google Shape;48;p18"/>
          <p:cNvSpPr txBox="1">
            <a:spLocks noGrp="1"/>
          </p:cNvSpPr>
          <p:nvPr>
            <p:ph type="title"/>
          </p:nvPr>
        </p:nvSpPr>
        <p:spPr>
          <a:xfrm>
            <a:off x="2231136" y="964692"/>
            <a:ext cx="7729728" cy="1188720"/>
          </a:xfrm>
          <a:prstGeom prst="rect">
            <a:avLst/>
          </a:prstGeom>
          <a:solidFill>
            <a:schemeClr val="lt1"/>
          </a:solidFill>
          <a:ln w="31750" cap="sq" cmpd="sng">
            <a:solidFill>
              <a:srgbClr val="3F3F3F"/>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2231136" y="964692"/>
            <a:ext cx="7729728" cy="1188720"/>
          </a:xfrm>
          <a:prstGeom prst="rect">
            <a:avLst/>
          </a:prstGeom>
          <a:solidFill>
            <a:schemeClr val="lt1"/>
          </a:solidFill>
          <a:ln w="31750" cap="sq" cmpd="sng">
            <a:solidFill>
              <a:srgbClr val="3F3F3F"/>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p:nvPr/>
        </p:nvSpPr>
        <p:spPr>
          <a:xfrm>
            <a:off x="0" y="0"/>
            <a:ext cx="6096000"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0"/>
          <p:cNvSpPr txBox="1">
            <a:spLocks noGrp="1"/>
          </p:cNvSpPr>
          <p:nvPr>
            <p:ph type="title"/>
          </p:nvPr>
        </p:nvSpPr>
        <p:spPr>
          <a:xfrm>
            <a:off x="804672" y="2243828"/>
            <a:ext cx="4486656" cy="1141497"/>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0"/>
          <p:cNvSpPr txBox="1">
            <a:spLocks noGrp="1"/>
          </p:cNvSpPr>
          <p:nvPr>
            <p:ph type="body" idx="1"/>
          </p:nvPr>
        </p:nvSpPr>
        <p:spPr>
          <a:xfrm>
            <a:off x="6736080" y="804672"/>
            <a:ext cx="4815840" cy="5248656"/>
          </a:xfrm>
          <a:prstGeom prst="rect">
            <a:avLst/>
          </a:prstGeom>
          <a:noFill/>
          <a:ln>
            <a:noFill/>
          </a:ln>
        </p:spPr>
        <p:txBody>
          <a:bodyPr spcFirstLastPara="1" wrap="square" lIns="91425" tIns="45700" rIns="91425" bIns="45700" anchor="t" anchorCtr="0">
            <a:normAutofit/>
          </a:bodyPr>
          <a:lstStyle>
            <a:lvl1pPr marL="457200" lvl="0" indent="-349250" algn="l">
              <a:lnSpc>
                <a:spcPct val="100000"/>
              </a:lnSpc>
              <a:spcBef>
                <a:spcPts val="1000"/>
              </a:spcBef>
              <a:spcAft>
                <a:spcPts val="0"/>
              </a:spcAft>
              <a:buSzPts val="1900"/>
              <a:buChar char="•"/>
              <a:defRPr sz="1900">
                <a:solidFill>
                  <a:schemeClr val="dk1"/>
                </a:solidFill>
              </a:defRPr>
            </a:lvl1pPr>
            <a:lvl2pPr marL="914400" lvl="1" indent="-330200" algn="l">
              <a:lnSpc>
                <a:spcPct val="100000"/>
              </a:lnSpc>
              <a:spcBef>
                <a:spcPts val="1000"/>
              </a:spcBef>
              <a:spcAft>
                <a:spcPts val="0"/>
              </a:spcAft>
              <a:buSzPts val="1600"/>
              <a:buChar char="•"/>
              <a:defRPr sz="1600">
                <a:solidFill>
                  <a:schemeClr val="dk1"/>
                </a:solidFill>
              </a:defRPr>
            </a:lvl2pPr>
            <a:lvl3pPr marL="1371600" lvl="2" indent="-330200" algn="l">
              <a:lnSpc>
                <a:spcPct val="100000"/>
              </a:lnSpc>
              <a:spcBef>
                <a:spcPts val="1000"/>
              </a:spcBef>
              <a:spcAft>
                <a:spcPts val="0"/>
              </a:spcAft>
              <a:buSzPts val="1600"/>
              <a:buChar char="•"/>
              <a:defRPr sz="1600">
                <a:solidFill>
                  <a:schemeClr val="dk1"/>
                </a:solidFill>
              </a:defRPr>
            </a:lvl3pPr>
            <a:lvl4pPr marL="1828800" lvl="3" indent="-330200" algn="l">
              <a:lnSpc>
                <a:spcPct val="100000"/>
              </a:lnSpc>
              <a:spcBef>
                <a:spcPts val="1000"/>
              </a:spcBef>
              <a:spcAft>
                <a:spcPts val="0"/>
              </a:spcAft>
              <a:buSzPts val="1600"/>
              <a:buChar char="•"/>
              <a:defRPr sz="1600">
                <a:solidFill>
                  <a:schemeClr val="dk1"/>
                </a:solidFill>
              </a:defRPr>
            </a:lvl4pPr>
            <a:lvl5pPr marL="2286000" lvl="4" indent="-330200" algn="l">
              <a:lnSpc>
                <a:spcPct val="100000"/>
              </a:lnSpc>
              <a:spcBef>
                <a:spcPts val="1000"/>
              </a:spcBef>
              <a:spcAft>
                <a:spcPts val="0"/>
              </a:spcAft>
              <a:buSzPts val="1600"/>
              <a:buChar char="•"/>
              <a:defRPr sz="1600">
                <a:solidFill>
                  <a:schemeClr val="dk1"/>
                </a:solidFill>
              </a:defRPr>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58" name="Google Shape;58;p20"/>
          <p:cNvSpPr txBox="1">
            <a:spLocks noGrp="1"/>
          </p:cNvSpPr>
          <p:nvPr>
            <p:ph type="body" idx="2"/>
          </p:nvPr>
        </p:nvSpPr>
        <p:spPr>
          <a:xfrm>
            <a:off x="1115568" y="3549918"/>
            <a:ext cx="3794760" cy="2194036"/>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59" name="Google Shape;59;p20"/>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ftr" idx="11"/>
          </p:nvPr>
        </p:nvSpPr>
        <p:spPr>
          <a:xfrm>
            <a:off x="804672" y="6236208"/>
            <a:ext cx="5167503"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21"/>
          <p:cNvSpPr/>
          <p:nvPr/>
        </p:nvSpPr>
        <p:spPr>
          <a:xfrm>
            <a:off x="0" y="0"/>
            <a:ext cx="6095999"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1"/>
          <p:cNvSpPr txBox="1">
            <a:spLocks noGrp="1"/>
          </p:cNvSpPr>
          <p:nvPr>
            <p:ph type="title"/>
          </p:nvPr>
        </p:nvSpPr>
        <p:spPr>
          <a:xfrm>
            <a:off x="808523" y="2243828"/>
            <a:ext cx="4494998" cy="1134640"/>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21"/>
          <p:cNvSpPr>
            <a:spLocks noGrp="1"/>
          </p:cNvSpPr>
          <p:nvPr>
            <p:ph type="pic" idx="2"/>
          </p:nvPr>
        </p:nvSpPr>
        <p:spPr>
          <a:xfrm>
            <a:off x="6095999" y="0"/>
            <a:ext cx="6102097" cy="6858000"/>
          </a:xfrm>
          <a:prstGeom prst="rect">
            <a:avLst/>
          </a:prstGeom>
          <a:solidFill>
            <a:srgbClr val="BFBFBF"/>
          </a:solidFill>
          <a:ln>
            <a:noFill/>
          </a:ln>
        </p:spPr>
      </p:sp>
      <p:sp>
        <p:nvSpPr>
          <p:cNvPr id="66" name="Google Shape;66;p21"/>
          <p:cNvSpPr txBox="1">
            <a:spLocks noGrp="1"/>
          </p:cNvSpPr>
          <p:nvPr>
            <p:ph type="body" idx="1"/>
          </p:nvPr>
        </p:nvSpPr>
        <p:spPr>
          <a:xfrm>
            <a:off x="1115568" y="3549918"/>
            <a:ext cx="3794760" cy="2194037"/>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67" name="Google Shape;67;p21"/>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1"/>
          <p:cNvSpPr txBox="1">
            <a:spLocks noGrp="1"/>
          </p:cNvSpPr>
          <p:nvPr>
            <p:ph type="ftr" idx="11"/>
          </p:nvPr>
        </p:nvSpPr>
        <p:spPr>
          <a:xfrm>
            <a:off x="808523" y="6236208"/>
            <a:ext cx="510372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1"/>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0"/>
        <p:cNvGrpSpPr/>
        <p:nvPr/>
      </p:nvGrpSpPr>
      <p:grpSpPr>
        <a:xfrm>
          <a:off x="0" y="0"/>
          <a:ext cx="0" cy="0"/>
          <a:chOff x="0" y="0"/>
          <a:chExt cx="0" cy="0"/>
        </a:xfrm>
      </p:grpSpPr>
      <p:sp>
        <p:nvSpPr>
          <p:cNvPr id="71" name="Google Shape;71;p22"/>
          <p:cNvSpPr txBox="1">
            <a:spLocks noGrp="1"/>
          </p:cNvSpPr>
          <p:nvPr>
            <p:ph type="title"/>
          </p:nvPr>
        </p:nvSpPr>
        <p:spPr>
          <a:xfrm>
            <a:off x="2231136" y="964692"/>
            <a:ext cx="7729728" cy="1188720"/>
          </a:xfrm>
          <a:prstGeom prst="rect">
            <a:avLst/>
          </a:prstGeom>
          <a:solidFill>
            <a:schemeClr val="lt1"/>
          </a:solidFill>
          <a:ln w="31750" cap="sq" cmpd="sng">
            <a:solidFill>
              <a:srgbClr val="3F3F3F"/>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2"/>
          <p:cNvSpPr txBox="1">
            <a:spLocks noGrp="1"/>
          </p:cNvSpPr>
          <p:nvPr>
            <p:ph type="body" idx="1"/>
          </p:nvPr>
        </p:nvSpPr>
        <p:spPr>
          <a:xfrm rot="5400000">
            <a:off x="4545009" y="324172"/>
            <a:ext cx="3101983" cy="772972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3" name="Google Shape;73;p22"/>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2"/>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2"/>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6"/>
        <p:cNvGrpSpPr/>
        <p:nvPr/>
      </p:nvGrpSpPr>
      <p:grpSpPr>
        <a:xfrm>
          <a:off x="0" y="0"/>
          <a:ext cx="0" cy="0"/>
          <a:chOff x="0" y="0"/>
          <a:chExt cx="0" cy="0"/>
        </a:xfrm>
      </p:grpSpPr>
      <p:sp>
        <p:nvSpPr>
          <p:cNvPr id="77" name="Google Shape;77;p23"/>
          <p:cNvSpPr txBox="1">
            <a:spLocks noGrp="1"/>
          </p:cNvSpPr>
          <p:nvPr>
            <p:ph type="title"/>
          </p:nvPr>
        </p:nvSpPr>
        <p:spPr>
          <a:xfrm rot="5400000">
            <a:off x="6810676" y="2779696"/>
            <a:ext cx="4983480" cy="1298608"/>
          </a:xfrm>
          <a:prstGeom prst="rect">
            <a:avLst/>
          </a:prstGeom>
          <a:solidFill>
            <a:schemeClr val="lt1"/>
          </a:solidFill>
          <a:ln w="31750" cap="sq" cmpd="sng">
            <a:solidFill>
              <a:srgbClr val="3F3F3F"/>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3"/>
          <p:cNvSpPr txBox="1">
            <a:spLocks noGrp="1"/>
          </p:cNvSpPr>
          <p:nvPr>
            <p:ph type="body" idx="1"/>
          </p:nvPr>
        </p:nvSpPr>
        <p:spPr>
          <a:xfrm rot="5400000">
            <a:off x="2838641" y="329756"/>
            <a:ext cx="4983480" cy="6198489"/>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9" name="Google Shape;79;p23"/>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3"/>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3"/>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2231136" y="964692"/>
            <a:ext cx="7729728" cy="1188720"/>
          </a:xfrm>
          <a:prstGeom prst="rect">
            <a:avLst/>
          </a:prstGeom>
          <a:solidFill>
            <a:schemeClr val="lt1"/>
          </a:solidFill>
          <a:ln w="31750" cap="sq" cmpd="sng">
            <a:solidFill>
              <a:srgbClr val="3F3F3F"/>
            </a:solidFill>
            <a:prstDash val="solid"/>
            <a:miter lim="800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800"/>
              <a:buFont typeface="Gill Sans"/>
              <a:buNone/>
              <a:defRPr sz="2800" b="0" i="0" u="none" strike="noStrike" cap="non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Gill Sans"/>
                <a:ea typeface="Gill Sans"/>
                <a:cs typeface="Gill Sans"/>
                <a:sym typeface="Gill Sans"/>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9pPr>
          </a:lstStyle>
          <a:p>
            <a:endParaRPr/>
          </a:p>
        </p:txBody>
      </p:sp>
      <p:sp>
        <p:nvSpPr>
          <p:cNvPr id="8" name="Google Shape;8;p12"/>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dk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2"/>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dk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2"/>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marR="0" lvl="0" indent="0" algn="ctr" rtl="0">
              <a:spcBef>
                <a:spcPts val="0"/>
              </a:spcBef>
              <a:buNone/>
              <a:defRPr sz="1100" b="0" i="0" u="none" strike="noStrike" cap="none">
                <a:solidFill>
                  <a:srgbClr val="FFFFFF"/>
                </a:solidFill>
                <a:latin typeface="Gill Sans"/>
                <a:ea typeface="Gill Sans"/>
                <a:cs typeface="Gill Sans"/>
                <a:sym typeface="Gill Sans"/>
              </a:defRPr>
            </a:lvl1pPr>
            <a:lvl2pPr marL="0" marR="0" lvl="1" indent="0" algn="ctr" rtl="0">
              <a:spcBef>
                <a:spcPts val="0"/>
              </a:spcBef>
              <a:buNone/>
              <a:defRPr sz="1100" b="0" i="0" u="none" strike="noStrike" cap="none">
                <a:solidFill>
                  <a:srgbClr val="FFFFFF"/>
                </a:solidFill>
                <a:latin typeface="Gill Sans"/>
                <a:ea typeface="Gill Sans"/>
                <a:cs typeface="Gill Sans"/>
                <a:sym typeface="Gill Sans"/>
              </a:defRPr>
            </a:lvl2pPr>
            <a:lvl3pPr marL="0" marR="0" lvl="2" indent="0" algn="ctr" rtl="0">
              <a:spcBef>
                <a:spcPts val="0"/>
              </a:spcBef>
              <a:buNone/>
              <a:defRPr sz="1100" b="0" i="0" u="none" strike="noStrike" cap="none">
                <a:solidFill>
                  <a:srgbClr val="FFFFFF"/>
                </a:solidFill>
                <a:latin typeface="Gill Sans"/>
                <a:ea typeface="Gill Sans"/>
                <a:cs typeface="Gill Sans"/>
                <a:sym typeface="Gill Sans"/>
              </a:defRPr>
            </a:lvl3pPr>
            <a:lvl4pPr marL="0" marR="0" lvl="3" indent="0" algn="ctr" rtl="0">
              <a:spcBef>
                <a:spcPts val="0"/>
              </a:spcBef>
              <a:buNone/>
              <a:defRPr sz="1100" b="0" i="0" u="none" strike="noStrike" cap="none">
                <a:solidFill>
                  <a:srgbClr val="FFFFFF"/>
                </a:solidFill>
                <a:latin typeface="Gill Sans"/>
                <a:ea typeface="Gill Sans"/>
                <a:cs typeface="Gill Sans"/>
                <a:sym typeface="Gill Sans"/>
              </a:defRPr>
            </a:lvl4pPr>
            <a:lvl5pPr marL="0" marR="0" lvl="4" indent="0" algn="ctr" rtl="0">
              <a:spcBef>
                <a:spcPts val="0"/>
              </a:spcBef>
              <a:buNone/>
              <a:defRPr sz="1100" b="0" i="0" u="none" strike="noStrike" cap="none">
                <a:solidFill>
                  <a:srgbClr val="FFFFFF"/>
                </a:solidFill>
                <a:latin typeface="Gill Sans"/>
                <a:ea typeface="Gill Sans"/>
                <a:cs typeface="Gill Sans"/>
                <a:sym typeface="Gill Sans"/>
              </a:defRPr>
            </a:lvl5pPr>
            <a:lvl6pPr marL="0" marR="0" lvl="5" indent="0" algn="ctr" rtl="0">
              <a:spcBef>
                <a:spcPts val="0"/>
              </a:spcBef>
              <a:buNone/>
              <a:defRPr sz="1100" b="0" i="0" u="none" strike="noStrike" cap="none">
                <a:solidFill>
                  <a:srgbClr val="FFFFFF"/>
                </a:solidFill>
                <a:latin typeface="Gill Sans"/>
                <a:ea typeface="Gill Sans"/>
                <a:cs typeface="Gill Sans"/>
                <a:sym typeface="Gill Sans"/>
              </a:defRPr>
            </a:lvl6pPr>
            <a:lvl7pPr marL="0" marR="0" lvl="6" indent="0" algn="ctr" rtl="0">
              <a:spcBef>
                <a:spcPts val="0"/>
              </a:spcBef>
              <a:buNone/>
              <a:defRPr sz="1100" b="0" i="0" u="none" strike="noStrike" cap="none">
                <a:solidFill>
                  <a:srgbClr val="FFFFFF"/>
                </a:solidFill>
                <a:latin typeface="Gill Sans"/>
                <a:ea typeface="Gill Sans"/>
                <a:cs typeface="Gill Sans"/>
                <a:sym typeface="Gill Sans"/>
              </a:defRPr>
            </a:lvl7pPr>
            <a:lvl8pPr marL="0" marR="0" lvl="7" indent="0" algn="ctr" rtl="0">
              <a:spcBef>
                <a:spcPts val="0"/>
              </a:spcBef>
              <a:buNone/>
              <a:defRPr sz="1100" b="0" i="0" u="none" strike="noStrike" cap="none">
                <a:solidFill>
                  <a:srgbClr val="FFFFFF"/>
                </a:solidFill>
                <a:latin typeface="Gill Sans"/>
                <a:ea typeface="Gill Sans"/>
                <a:cs typeface="Gill Sans"/>
                <a:sym typeface="Gill Sans"/>
              </a:defRPr>
            </a:lvl8pPr>
            <a:lvl9pPr marL="0" marR="0" lvl="8" indent="0" algn="ctr" rtl="0">
              <a:spcBef>
                <a:spcPts val="0"/>
              </a:spcBef>
              <a:buNone/>
              <a:defRPr sz="1100" b="0" i="0" u="none" strike="noStrike" cap="none">
                <a:solidFill>
                  <a:srgbClr val="FFFFFF"/>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hyperlink" Target="https://en.wikipedia.org/wiki/Object-oriented_programming" TargetMode="External"/><Relationship Id="rId3" Type="http://schemas.openxmlformats.org/officeDocument/2006/relationships/hyperlink" Target="http://www.blynk.io/" TargetMode="External"/><Relationship Id="rId7" Type="http://schemas.openxmlformats.org/officeDocument/2006/relationships/hyperlink" Target="http://www.recruitmentsystems.com/"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en.wikipedia.org/wiki/Recruitment" TargetMode="External"/><Relationship Id="rId5" Type="http://schemas.openxmlformats.org/officeDocument/2006/relationships/hyperlink" Target="http://www.google.com/" TargetMode="External"/><Relationship Id="rId10" Type="http://schemas.openxmlformats.org/officeDocument/2006/relationships/image" Target="../media/image23.jpg"/><Relationship Id="rId4" Type="http://schemas.openxmlformats.org/officeDocument/2006/relationships/hyperlink" Target="http://www.w3schools.com/" TargetMode="External"/><Relationship Id="rId9" Type="http://schemas.openxmlformats.org/officeDocument/2006/relationships/image" Target="../media/image22.jpg"/></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85"/>
        <p:cNvGrpSpPr/>
        <p:nvPr/>
      </p:nvGrpSpPr>
      <p:grpSpPr>
        <a:xfrm>
          <a:off x="0" y="0"/>
          <a:ext cx="0" cy="0"/>
          <a:chOff x="0" y="0"/>
          <a:chExt cx="0" cy="0"/>
        </a:xfrm>
      </p:grpSpPr>
      <p:sp>
        <p:nvSpPr>
          <p:cNvPr id="86" name="Google Shape;86;p1"/>
          <p:cNvSpPr/>
          <p:nvPr/>
        </p:nvSpPr>
        <p:spPr>
          <a:xfrm>
            <a:off x="0" y="0"/>
            <a:ext cx="12192000" cy="6858000"/>
          </a:xfrm>
          <a:prstGeom prst="rect">
            <a:avLst/>
          </a:prstGeom>
          <a:solidFill>
            <a:srgbClr val="3452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87" name="Google Shape;87;p1"/>
          <p:cNvSpPr/>
          <p:nvPr/>
        </p:nvSpPr>
        <p:spPr>
          <a:xfrm>
            <a:off x="806196" y="804672"/>
            <a:ext cx="10579608" cy="5248656"/>
          </a:xfrm>
          <a:prstGeom prst="rect">
            <a:avLst/>
          </a:prstGeom>
          <a:solidFill>
            <a:schemeClr val="lt1"/>
          </a:solidFill>
          <a:ln w="25400" cap="sq"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pic>
        <p:nvPicPr>
          <p:cNvPr id="88" name="Google Shape;88;p1"/>
          <p:cNvPicPr preferRelativeResize="0"/>
          <p:nvPr/>
        </p:nvPicPr>
        <p:blipFill rotWithShape="1">
          <a:blip r:embed="rId3">
            <a:alphaModFix/>
          </a:blip>
          <a:srcRect/>
          <a:stretch/>
        </p:blipFill>
        <p:spPr>
          <a:xfrm>
            <a:off x="2630905" y="1124712"/>
            <a:ext cx="6930189" cy="4608576"/>
          </a:xfrm>
          <a:prstGeom prst="rect">
            <a:avLst/>
          </a:prstGeom>
          <a:noFill/>
          <a:ln>
            <a:noFill/>
          </a:ln>
        </p:spPr>
      </p:pic>
      <p:sp>
        <p:nvSpPr>
          <p:cNvPr id="89" name="Google Shape;89;p1"/>
          <p:cNvSpPr/>
          <p:nvPr/>
        </p:nvSpPr>
        <p:spPr>
          <a:xfrm>
            <a:off x="983848" y="0"/>
            <a:ext cx="11204160" cy="6858000"/>
          </a:xfrm>
          <a:custGeom>
            <a:avLst/>
            <a:gdLst/>
            <a:ahLst/>
            <a:cxnLst/>
            <a:rect l="l" t="t" r="r" b="b"/>
            <a:pathLst>
              <a:path w="11580527" h="6858000" extrusionOk="0">
                <a:moveTo>
                  <a:pt x="10519191" y="5900391"/>
                </a:moveTo>
                <a:cubicBezTo>
                  <a:pt x="10530006" y="5900391"/>
                  <a:pt x="10538812" y="5903393"/>
                  <a:pt x="10545609" y="5909396"/>
                </a:cubicBezTo>
                <a:cubicBezTo>
                  <a:pt x="10552405" y="5915398"/>
                  <a:pt x="10555803" y="5923162"/>
                  <a:pt x="10555803" y="5932687"/>
                </a:cubicBezTo>
                <a:lnTo>
                  <a:pt x="10555803" y="5935664"/>
                </a:lnTo>
                <a:cubicBezTo>
                  <a:pt x="10555803" y="5944494"/>
                  <a:pt x="10552455" y="5951688"/>
                  <a:pt x="10545757" y="5957244"/>
                </a:cubicBezTo>
                <a:cubicBezTo>
                  <a:pt x="10539060" y="5962800"/>
                  <a:pt x="10530502" y="5965578"/>
                  <a:pt x="10520084" y="5965578"/>
                </a:cubicBezTo>
                <a:cubicBezTo>
                  <a:pt x="10509170" y="5965578"/>
                  <a:pt x="10500290" y="5962552"/>
                  <a:pt x="10493444" y="5956500"/>
                </a:cubicBezTo>
                <a:cubicBezTo>
                  <a:pt x="10486598" y="5950447"/>
                  <a:pt x="10483175" y="5942609"/>
                  <a:pt x="10483175" y="5932985"/>
                </a:cubicBezTo>
                <a:cubicBezTo>
                  <a:pt x="10483175" y="5923361"/>
                  <a:pt x="10486524" y="5915522"/>
                  <a:pt x="10493221" y="5909470"/>
                </a:cubicBezTo>
                <a:cubicBezTo>
                  <a:pt x="10499918" y="5903418"/>
                  <a:pt x="10508575" y="5900391"/>
                  <a:pt x="10519191" y="5900391"/>
                </a:cubicBezTo>
                <a:close/>
                <a:moveTo>
                  <a:pt x="8037706" y="5828061"/>
                </a:moveTo>
                <a:lnTo>
                  <a:pt x="8071250" y="5903368"/>
                </a:lnTo>
                <a:lnTo>
                  <a:pt x="8006598" y="5903368"/>
                </a:lnTo>
                <a:close/>
                <a:moveTo>
                  <a:pt x="7865586" y="5809755"/>
                </a:moveTo>
                <a:lnTo>
                  <a:pt x="7896393" y="5809755"/>
                </a:lnTo>
                <a:cubicBezTo>
                  <a:pt x="7922786" y="5809755"/>
                  <a:pt x="7935982" y="5820421"/>
                  <a:pt x="7935982" y="5841753"/>
                </a:cubicBezTo>
                <a:cubicBezTo>
                  <a:pt x="7935982" y="5852370"/>
                  <a:pt x="7932707" y="5860530"/>
                  <a:pt x="7926159" y="5866235"/>
                </a:cubicBezTo>
                <a:cubicBezTo>
                  <a:pt x="7919611" y="5871940"/>
                  <a:pt x="7910284" y="5874793"/>
                  <a:pt x="7898179" y="5874793"/>
                </a:cubicBezTo>
                <a:lnTo>
                  <a:pt x="7865586" y="5874793"/>
                </a:lnTo>
                <a:close/>
                <a:moveTo>
                  <a:pt x="10520382" y="5809160"/>
                </a:moveTo>
                <a:cubicBezTo>
                  <a:pt x="10529907" y="5809160"/>
                  <a:pt x="10537770" y="5812087"/>
                  <a:pt x="10543971" y="5817941"/>
                </a:cubicBezTo>
                <a:cubicBezTo>
                  <a:pt x="10550172" y="5823795"/>
                  <a:pt x="10553273" y="5831236"/>
                  <a:pt x="10553273" y="5840265"/>
                </a:cubicBezTo>
                <a:cubicBezTo>
                  <a:pt x="10553273" y="5848798"/>
                  <a:pt x="10550098" y="5856115"/>
                  <a:pt x="10543748" y="5862217"/>
                </a:cubicBezTo>
                <a:cubicBezTo>
                  <a:pt x="10537398" y="5868319"/>
                  <a:pt x="10529709" y="5871370"/>
                  <a:pt x="10520680" y="5871370"/>
                </a:cubicBezTo>
                <a:cubicBezTo>
                  <a:pt x="10511551" y="5871370"/>
                  <a:pt x="10503738" y="5868294"/>
                  <a:pt x="10497239" y="5862143"/>
                </a:cubicBezTo>
                <a:cubicBezTo>
                  <a:pt x="10490741" y="5855991"/>
                  <a:pt x="10487491" y="5848599"/>
                  <a:pt x="10487491" y="5839967"/>
                </a:cubicBezTo>
                <a:cubicBezTo>
                  <a:pt x="10487491" y="5830938"/>
                  <a:pt x="10490567" y="5823546"/>
                  <a:pt x="10496718" y="5817792"/>
                </a:cubicBezTo>
                <a:cubicBezTo>
                  <a:pt x="10502870" y="5812037"/>
                  <a:pt x="10510758" y="5809160"/>
                  <a:pt x="10520382" y="5809160"/>
                </a:cubicBezTo>
                <a:close/>
                <a:moveTo>
                  <a:pt x="10062289" y="5809160"/>
                </a:moveTo>
                <a:lnTo>
                  <a:pt x="10063777" y="5809160"/>
                </a:lnTo>
                <a:cubicBezTo>
                  <a:pt x="10074592" y="5809160"/>
                  <a:pt x="10083199" y="5816304"/>
                  <a:pt x="10089599" y="5830591"/>
                </a:cubicBezTo>
                <a:cubicBezTo>
                  <a:pt x="10095999" y="5844879"/>
                  <a:pt x="10099199" y="5864077"/>
                  <a:pt x="10099199" y="5888188"/>
                </a:cubicBezTo>
                <a:cubicBezTo>
                  <a:pt x="10099199" y="5912198"/>
                  <a:pt x="10095875" y="5931199"/>
                  <a:pt x="10089227" y="5945189"/>
                </a:cubicBezTo>
                <a:cubicBezTo>
                  <a:pt x="10082579" y="5959179"/>
                  <a:pt x="10073501" y="5966173"/>
                  <a:pt x="10061991" y="5966173"/>
                </a:cubicBezTo>
                <a:cubicBezTo>
                  <a:pt x="10050482" y="5966173"/>
                  <a:pt x="10041453" y="5959179"/>
                  <a:pt x="10034905" y="5945189"/>
                </a:cubicBezTo>
                <a:cubicBezTo>
                  <a:pt x="10028356" y="5931199"/>
                  <a:pt x="10025082" y="5911901"/>
                  <a:pt x="10025082" y="5887295"/>
                </a:cubicBezTo>
                <a:cubicBezTo>
                  <a:pt x="10025082" y="5863284"/>
                  <a:pt x="10028431" y="5844258"/>
                  <a:pt x="10035128" y="5830219"/>
                </a:cubicBezTo>
                <a:cubicBezTo>
                  <a:pt x="10041825" y="5816179"/>
                  <a:pt x="10050879" y="5809160"/>
                  <a:pt x="10062289" y="5809160"/>
                </a:cubicBezTo>
                <a:close/>
                <a:moveTo>
                  <a:pt x="7692871" y="5808862"/>
                </a:moveTo>
                <a:cubicBezTo>
                  <a:pt x="7715471" y="5808862"/>
                  <a:pt x="7734528" y="5816378"/>
                  <a:pt x="7750042" y="5831410"/>
                </a:cubicBezTo>
                <a:cubicBezTo>
                  <a:pt x="7765556" y="5846441"/>
                  <a:pt x="7773313" y="5864970"/>
                  <a:pt x="7773313" y="5886997"/>
                </a:cubicBezTo>
                <a:cubicBezTo>
                  <a:pt x="7773313" y="5909619"/>
                  <a:pt x="7765556" y="5928520"/>
                  <a:pt x="7750042" y="5943700"/>
                </a:cubicBezTo>
                <a:cubicBezTo>
                  <a:pt x="7734528" y="5958881"/>
                  <a:pt x="7715174" y="5966471"/>
                  <a:pt x="7691978" y="5966471"/>
                </a:cubicBezTo>
                <a:cubicBezTo>
                  <a:pt x="7668882" y="5966471"/>
                  <a:pt x="7649651" y="5959030"/>
                  <a:pt x="7634286" y="5944147"/>
                </a:cubicBezTo>
                <a:cubicBezTo>
                  <a:pt x="7618921" y="5929264"/>
                  <a:pt x="7611239" y="5910611"/>
                  <a:pt x="7611239" y="5888188"/>
                </a:cubicBezTo>
                <a:cubicBezTo>
                  <a:pt x="7611239" y="5865070"/>
                  <a:pt x="7618897" y="5846069"/>
                  <a:pt x="7634212" y="5831186"/>
                </a:cubicBezTo>
                <a:cubicBezTo>
                  <a:pt x="7649527" y="5816304"/>
                  <a:pt x="7669080" y="5808862"/>
                  <a:pt x="7692871" y="5808862"/>
                </a:cubicBezTo>
                <a:close/>
                <a:moveTo>
                  <a:pt x="7445221" y="5808862"/>
                </a:moveTo>
                <a:cubicBezTo>
                  <a:pt x="7467821" y="5808862"/>
                  <a:pt x="7486878" y="5816378"/>
                  <a:pt x="7502392" y="5831410"/>
                </a:cubicBezTo>
                <a:cubicBezTo>
                  <a:pt x="7517906" y="5846441"/>
                  <a:pt x="7525663" y="5864970"/>
                  <a:pt x="7525663" y="5886997"/>
                </a:cubicBezTo>
                <a:cubicBezTo>
                  <a:pt x="7525663" y="5909619"/>
                  <a:pt x="7517906" y="5928520"/>
                  <a:pt x="7502392" y="5943700"/>
                </a:cubicBezTo>
                <a:cubicBezTo>
                  <a:pt x="7486878" y="5958881"/>
                  <a:pt x="7467524" y="5966471"/>
                  <a:pt x="7444328" y="5966471"/>
                </a:cubicBezTo>
                <a:cubicBezTo>
                  <a:pt x="7421232" y="5966471"/>
                  <a:pt x="7402001" y="5959030"/>
                  <a:pt x="7386636" y="5944147"/>
                </a:cubicBezTo>
                <a:cubicBezTo>
                  <a:pt x="7371271" y="5929264"/>
                  <a:pt x="7363589" y="5910611"/>
                  <a:pt x="7363589" y="5888188"/>
                </a:cubicBezTo>
                <a:cubicBezTo>
                  <a:pt x="7363589" y="5865070"/>
                  <a:pt x="7371247" y="5846069"/>
                  <a:pt x="7386562" y="5831186"/>
                </a:cubicBezTo>
                <a:cubicBezTo>
                  <a:pt x="7401877" y="5816304"/>
                  <a:pt x="7421430" y="5808862"/>
                  <a:pt x="7445221" y="5808862"/>
                </a:cubicBezTo>
                <a:close/>
                <a:moveTo>
                  <a:pt x="7210742" y="5808862"/>
                </a:moveTo>
                <a:lnTo>
                  <a:pt x="7219672" y="5808862"/>
                </a:lnTo>
                <a:cubicBezTo>
                  <a:pt x="7234257" y="5808862"/>
                  <a:pt x="7244700" y="5809953"/>
                  <a:pt x="7251000" y="5812136"/>
                </a:cubicBezTo>
                <a:cubicBezTo>
                  <a:pt x="7257301" y="5814319"/>
                  <a:pt x="7262187" y="5818065"/>
                  <a:pt x="7265660" y="5823373"/>
                </a:cubicBezTo>
                <a:cubicBezTo>
                  <a:pt x="7269133" y="5828681"/>
                  <a:pt x="7270869" y="5834609"/>
                  <a:pt x="7270869" y="5841158"/>
                </a:cubicBezTo>
                <a:cubicBezTo>
                  <a:pt x="7270869" y="5847805"/>
                  <a:pt x="7269306" y="5853734"/>
                  <a:pt x="7266181" y="5858943"/>
                </a:cubicBezTo>
                <a:cubicBezTo>
                  <a:pt x="7263055" y="5864152"/>
                  <a:pt x="7258690" y="5868046"/>
                  <a:pt x="7253084" y="5870626"/>
                </a:cubicBezTo>
                <a:cubicBezTo>
                  <a:pt x="7247478" y="5873205"/>
                  <a:pt x="7237135" y="5874495"/>
                  <a:pt x="7222053" y="5874495"/>
                </a:cubicBezTo>
                <a:lnTo>
                  <a:pt x="7210742" y="5874495"/>
                </a:lnTo>
                <a:close/>
                <a:moveTo>
                  <a:pt x="10657304" y="5783561"/>
                </a:moveTo>
                <a:lnTo>
                  <a:pt x="10657304" y="5991474"/>
                </a:lnTo>
                <a:lnTo>
                  <a:pt x="10687069" y="5991474"/>
                </a:lnTo>
                <a:lnTo>
                  <a:pt x="10687069" y="5783561"/>
                </a:lnTo>
                <a:close/>
                <a:moveTo>
                  <a:pt x="10352504" y="5783561"/>
                </a:moveTo>
                <a:lnTo>
                  <a:pt x="10352504" y="5991474"/>
                </a:lnTo>
                <a:lnTo>
                  <a:pt x="10382269" y="5991474"/>
                </a:lnTo>
                <a:lnTo>
                  <a:pt x="10382269" y="5783561"/>
                </a:lnTo>
                <a:close/>
                <a:moveTo>
                  <a:pt x="9895304" y="5783561"/>
                </a:moveTo>
                <a:lnTo>
                  <a:pt x="9895304" y="5991474"/>
                </a:lnTo>
                <a:lnTo>
                  <a:pt x="9925069" y="5991474"/>
                </a:lnTo>
                <a:lnTo>
                  <a:pt x="9925069" y="5783561"/>
                </a:lnTo>
                <a:close/>
                <a:moveTo>
                  <a:pt x="9407297" y="5783561"/>
                </a:moveTo>
                <a:lnTo>
                  <a:pt x="9407297" y="5891759"/>
                </a:lnTo>
                <a:cubicBezTo>
                  <a:pt x="9411563" y="5889775"/>
                  <a:pt x="9419599" y="5888783"/>
                  <a:pt x="9431407" y="5888783"/>
                </a:cubicBezTo>
                <a:cubicBezTo>
                  <a:pt x="9445198" y="5888783"/>
                  <a:pt x="9456707" y="5892479"/>
                  <a:pt x="9465935" y="5899871"/>
                </a:cubicBezTo>
                <a:cubicBezTo>
                  <a:pt x="9475162" y="5907262"/>
                  <a:pt x="9479776" y="5916465"/>
                  <a:pt x="9479776" y="5927478"/>
                </a:cubicBezTo>
                <a:cubicBezTo>
                  <a:pt x="9479776" y="5938095"/>
                  <a:pt x="9475534" y="5947049"/>
                  <a:pt x="9467051" y="5954342"/>
                </a:cubicBezTo>
                <a:cubicBezTo>
                  <a:pt x="9458568" y="5961634"/>
                  <a:pt x="9448075" y="5965280"/>
                  <a:pt x="9435574" y="5965280"/>
                </a:cubicBezTo>
                <a:cubicBezTo>
                  <a:pt x="9421286" y="5965280"/>
                  <a:pt x="9406651" y="5960419"/>
                  <a:pt x="9391669" y="5950695"/>
                </a:cubicBezTo>
                <a:lnTo>
                  <a:pt x="9391669" y="5981354"/>
                </a:lnTo>
                <a:cubicBezTo>
                  <a:pt x="9407545" y="5989490"/>
                  <a:pt x="9423915" y="5993558"/>
                  <a:pt x="9440783" y="5993558"/>
                </a:cubicBezTo>
                <a:cubicBezTo>
                  <a:pt x="9461222" y="5993558"/>
                  <a:pt x="9477866" y="5987431"/>
                  <a:pt x="9490715" y="5975178"/>
                </a:cubicBezTo>
                <a:cubicBezTo>
                  <a:pt x="9503563" y="5962924"/>
                  <a:pt x="9509988" y="5947024"/>
                  <a:pt x="9509988" y="5927478"/>
                </a:cubicBezTo>
                <a:cubicBezTo>
                  <a:pt x="9509988" y="5908527"/>
                  <a:pt x="9503489" y="5892925"/>
                  <a:pt x="9490491" y="5880672"/>
                </a:cubicBezTo>
                <a:cubicBezTo>
                  <a:pt x="9477494" y="5868418"/>
                  <a:pt x="9460924" y="5862291"/>
                  <a:pt x="9440783" y="5862291"/>
                </a:cubicBezTo>
                <a:cubicBezTo>
                  <a:pt x="9438600" y="5862291"/>
                  <a:pt x="9436467" y="5862391"/>
                  <a:pt x="9434383" y="5862589"/>
                </a:cubicBezTo>
                <a:lnTo>
                  <a:pt x="9434383" y="5810053"/>
                </a:lnTo>
                <a:lnTo>
                  <a:pt x="9499570" y="5810053"/>
                </a:lnTo>
                <a:lnTo>
                  <a:pt x="9499570" y="5783561"/>
                </a:lnTo>
                <a:close/>
                <a:moveTo>
                  <a:pt x="9285704" y="5783561"/>
                </a:moveTo>
                <a:lnTo>
                  <a:pt x="9285704" y="5991474"/>
                </a:lnTo>
                <a:lnTo>
                  <a:pt x="9315469" y="5991474"/>
                </a:lnTo>
                <a:lnTo>
                  <a:pt x="9315469" y="5783561"/>
                </a:lnTo>
                <a:close/>
                <a:moveTo>
                  <a:pt x="9133304" y="5783561"/>
                </a:moveTo>
                <a:lnTo>
                  <a:pt x="9133304" y="5991474"/>
                </a:lnTo>
                <a:lnTo>
                  <a:pt x="9163069" y="5991474"/>
                </a:lnTo>
                <a:lnTo>
                  <a:pt x="9163069" y="5783561"/>
                </a:lnTo>
                <a:close/>
                <a:moveTo>
                  <a:pt x="8980904" y="5783561"/>
                </a:moveTo>
                <a:lnTo>
                  <a:pt x="8980904" y="5991474"/>
                </a:lnTo>
                <a:lnTo>
                  <a:pt x="9010669" y="5991474"/>
                </a:lnTo>
                <a:lnTo>
                  <a:pt x="9010669" y="5783561"/>
                </a:lnTo>
                <a:close/>
                <a:moveTo>
                  <a:pt x="8266827" y="5783561"/>
                </a:moveTo>
                <a:lnTo>
                  <a:pt x="8266827" y="5991474"/>
                </a:lnTo>
                <a:lnTo>
                  <a:pt x="8294806" y="5991474"/>
                </a:lnTo>
                <a:lnTo>
                  <a:pt x="8294806" y="5831349"/>
                </a:lnTo>
                <a:lnTo>
                  <a:pt x="8433812" y="5991474"/>
                </a:lnTo>
                <a:lnTo>
                  <a:pt x="8459410" y="5991474"/>
                </a:lnTo>
                <a:lnTo>
                  <a:pt x="8459410" y="5783561"/>
                </a:lnTo>
                <a:lnTo>
                  <a:pt x="8431133" y="5783561"/>
                </a:lnTo>
                <a:lnTo>
                  <a:pt x="8431133" y="5945047"/>
                </a:lnTo>
                <a:lnTo>
                  <a:pt x="8290937" y="5783561"/>
                </a:lnTo>
                <a:close/>
                <a:moveTo>
                  <a:pt x="7180977" y="5783561"/>
                </a:moveTo>
                <a:lnTo>
                  <a:pt x="7180977" y="5991474"/>
                </a:lnTo>
                <a:lnTo>
                  <a:pt x="7210742" y="5991474"/>
                </a:lnTo>
                <a:lnTo>
                  <a:pt x="7210742" y="5900987"/>
                </a:lnTo>
                <a:lnTo>
                  <a:pt x="7218491" y="5900987"/>
                </a:lnTo>
                <a:cubicBezTo>
                  <a:pt x="7228225" y="5900987"/>
                  <a:pt x="7235153" y="5902101"/>
                  <a:pt x="7239276" y="5904330"/>
                </a:cubicBezTo>
                <a:cubicBezTo>
                  <a:pt x="7243398" y="5906558"/>
                  <a:pt x="7248017" y="5910198"/>
                  <a:pt x="7253133" y="5915250"/>
                </a:cubicBezTo>
                <a:cubicBezTo>
                  <a:pt x="7258249" y="5920301"/>
                  <a:pt x="7263879" y="5927096"/>
                  <a:pt x="7270023" y="5935633"/>
                </a:cubicBezTo>
                <a:lnTo>
                  <a:pt x="7279980" y="5951865"/>
                </a:lnTo>
                <a:lnTo>
                  <a:pt x="7289196" y="5967052"/>
                </a:lnTo>
                <a:lnTo>
                  <a:pt x="7294993" y="5975243"/>
                </a:lnTo>
                <a:cubicBezTo>
                  <a:pt x="7295885" y="5976435"/>
                  <a:pt x="7296479" y="5977279"/>
                  <a:pt x="7296777" y="5977775"/>
                </a:cubicBezTo>
                <a:lnTo>
                  <a:pt x="7305844" y="5991474"/>
                </a:lnTo>
                <a:lnTo>
                  <a:pt x="7341265" y="5991474"/>
                </a:lnTo>
                <a:lnTo>
                  <a:pt x="7330251" y="5976591"/>
                </a:lnTo>
                <a:cubicBezTo>
                  <a:pt x="7325886" y="5970638"/>
                  <a:pt x="7320081" y="5961758"/>
                  <a:pt x="7312838" y="5949951"/>
                </a:cubicBezTo>
                <a:cubicBezTo>
                  <a:pt x="7301329" y="5931199"/>
                  <a:pt x="7292399" y="5918052"/>
                  <a:pt x="7286049" y="5910512"/>
                </a:cubicBezTo>
                <a:cubicBezTo>
                  <a:pt x="7279699" y="5902971"/>
                  <a:pt x="7273201" y="5897018"/>
                  <a:pt x="7266553" y="5892652"/>
                </a:cubicBezTo>
                <a:cubicBezTo>
                  <a:pt x="7277864" y="5888287"/>
                  <a:pt x="7286546" y="5881689"/>
                  <a:pt x="7292598" y="5872858"/>
                </a:cubicBezTo>
                <a:cubicBezTo>
                  <a:pt x="7298650" y="5864028"/>
                  <a:pt x="7301676" y="5853560"/>
                  <a:pt x="7301676" y="5841455"/>
                </a:cubicBezTo>
                <a:cubicBezTo>
                  <a:pt x="7301676" y="5823695"/>
                  <a:pt x="7295500" y="5809606"/>
                  <a:pt x="7283147" y="5799188"/>
                </a:cubicBezTo>
                <a:cubicBezTo>
                  <a:pt x="7270795" y="5788770"/>
                  <a:pt x="7254101" y="5783561"/>
                  <a:pt x="7233067" y="5783561"/>
                </a:cubicBezTo>
                <a:close/>
                <a:moveTo>
                  <a:pt x="7835671" y="5783264"/>
                </a:moveTo>
                <a:lnTo>
                  <a:pt x="7835671" y="5991474"/>
                </a:lnTo>
                <a:lnTo>
                  <a:pt x="7865586" y="5991474"/>
                </a:lnTo>
                <a:lnTo>
                  <a:pt x="7865586" y="5901284"/>
                </a:lnTo>
                <a:lnTo>
                  <a:pt x="7887613" y="5901284"/>
                </a:lnTo>
                <a:cubicBezTo>
                  <a:pt x="7907258" y="5901284"/>
                  <a:pt x="7922339" y="5899176"/>
                  <a:pt x="7932856" y="5894959"/>
                </a:cubicBezTo>
                <a:cubicBezTo>
                  <a:pt x="7943373" y="5890742"/>
                  <a:pt x="7951658" y="5883971"/>
                  <a:pt x="7957711" y="5874644"/>
                </a:cubicBezTo>
                <a:cubicBezTo>
                  <a:pt x="7963763" y="5865318"/>
                  <a:pt x="7966789" y="5854602"/>
                  <a:pt x="7966789" y="5842497"/>
                </a:cubicBezTo>
                <a:cubicBezTo>
                  <a:pt x="7966789" y="5824439"/>
                  <a:pt x="7960886" y="5810053"/>
                  <a:pt x="7949079" y="5799337"/>
                </a:cubicBezTo>
                <a:cubicBezTo>
                  <a:pt x="7937271" y="5788622"/>
                  <a:pt x="7921446" y="5783264"/>
                  <a:pt x="7901602" y="5783264"/>
                </a:cubicBezTo>
                <a:close/>
                <a:moveTo>
                  <a:pt x="8027518" y="5782371"/>
                </a:moveTo>
                <a:lnTo>
                  <a:pt x="7938214" y="5991474"/>
                </a:lnTo>
                <a:lnTo>
                  <a:pt x="7968803" y="5991474"/>
                </a:lnTo>
                <a:lnTo>
                  <a:pt x="7994783" y="5929859"/>
                </a:lnTo>
                <a:lnTo>
                  <a:pt x="8083487" y="5929859"/>
                </a:lnTo>
                <a:lnTo>
                  <a:pt x="8111197" y="5991474"/>
                </a:lnTo>
                <a:lnTo>
                  <a:pt x="8141662" y="5991474"/>
                </a:lnTo>
                <a:lnTo>
                  <a:pt x="8048438" y="5782371"/>
                </a:lnTo>
                <a:close/>
                <a:moveTo>
                  <a:pt x="10751810" y="5780882"/>
                </a:moveTo>
                <a:cubicBezTo>
                  <a:pt x="10762327" y="5795269"/>
                  <a:pt x="10770686" y="5809730"/>
                  <a:pt x="10776887" y="5824266"/>
                </a:cubicBezTo>
                <a:cubicBezTo>
                  <a:pt x="10783089" y="5838801"/>
                  <a:pt x="10787752" y="5854155"/>
                  <a:pt x="10790877" y="5870328"/>
                </a:cubicBezTo>
                <a:cubicBezTo>
                  <a:pt x="10794003" y="5886501"/>
                  <a:pt x="10795565" y="5903219"/>
                  <a:pt x="10795565" y="5920483"/>
                </a:cubicBezTo>
                <a:cubicBezTo>
                  <a:pt x="10795565" y="5935366"/>
                  <a:pt x="10794226" y="5950919"/>
                  <a:pt x="10791547" y="5967141"/>
                </a:cubicBezTo>
                <a:cubicBezTo>
                  <a:pt x="10788868" y="5983363"/>
                  <a:pt x="10784800" y="5998246"/>
                  <a:pt x="10779343" y="6011789"/>
                </a:cubicBezTo>
                <a:cubicBezTo>
                  <a:pt x="10773886" y="6025333"/>
                  <a:pt x="10764708" y="6041828"/>
                  <a:pt x="10751810" y="6061275"/>
                </a:cubicBezTo>
                <a:lnTo>
                  <a:pt x="10768479" y="6061275"/>
                </a:lnTo>
                <a:cubicBezTo>
                  <a:pt x="10783957" y="6041728"/>
                  <a:pt x="10794647" y="6026846"/>
                  <a:pt x="10800551" y="6016626"/>
                </a:cubicBezTo>
                <a:cubicBezTo>
                  <a:pt x="10806455" y="6006407"/>
                  <a:pt x="10811341" y="5996137"/>
                  <a:pt x="10815211" y="5985819"/>
                </a:cubicBezTo>
                <a:cubicBezTo>
                  <a:pt x="10823049" y="5965082"/>
                  <a:pt x="10826968" y="5943502"/>
                  <a:pt x="10826968" y="5921079"/>
                </a:cubicBezTo>
                <a:cubicBezTo>
                  <a:pt x="10826968" y="5897663"/>
                  <a:pt x="10822652" y="5874942"/>
                  <a:pt x="10814020" y="5852915"/>
                </a:cubicBezTo>
                <a:cubicBezTo>
                  <a:pt x="10808662" y="5839025"/>
                  <a:pt x="10803279" y="5827763"/>
                  <a:pt x="10797872" y="5819131"/>
                </a:cubicBezTo>
                <a:cubicBezTo>
                  <a:pt x="10792465" y="5810499"/>
                  <a:pt x="10784205" y="5799585"/>
                  <a:pt x="10773092" y="5786389"/>
                </a:cubicBezTo>
                <a:lnTo>
                  <a:pt x="10768479" y="5780882"/>
                </a:lnTo>
                <a:close/>
                <a:moveTo>
                  <a:pt x="10520977" y="5780882"/>
                </a:moveTo>
                <a:cubicBezTo>
                  <a:pt x="10503317" y="5780882"/>
                  <a:pt x="10488384" y="5786559"/>
                  <a:pt x="10476180" y="5797912"/>
                </a:cubicBezTo>
                <a:cubicBezTo>
                  <a:pt x="10463976" y="5809264"/>
                  <a:pt x="10457874" y="5823071"/>
                  <a:pt x="10457874" y="5839330"/>
                </a:cubicBezTo>
                <a:cubicBezTo>
                  <a:pt x="10457874" y="5848650"/>
                  <a:pt x="10459784" y="5856855"/>
                  <a:pt x="10463604" y="5863944"/>
                </a:cubicBezTo>
                <a:cubicBezTo>
                  <a:pt x="10467424" y="5871032"/>
                  <a:pt x="10473749" y="5878146"/>
                  <a:pt x="10482580" y="5885285"/>
                </a:cubicBezTo>
                <a:cubicBezTo>
                  <a:pt x="10462934" y="5896703"/>
                  <a:pt x="10453112" y="5912986"/>
                  <a:pt x="10453112" y="5934134"/>
                </a:cubicBezTo>
                <a:cubicBezTo>
                  <a:pt x="10453112" y="5951013"/>
                  <a:pt x="10459511" y="5965187"/>
                  <a:pt x="10472311" y="5976654"/>
                </a:cubicBezTo>
                <a:cubicBezTo>
                  <a:pt x="10485110" y="5988122"/>
                  <a:pt x="10500935" y="5993855"/>
                  <a:pt x="10519787" y="5993855"/>
                </a:cubicBezTo>
                <a:cubicBezTo>
                  <a:pt x="10538837" y="5993855"/>
                  <a:pt x="10554613" y="5988246"/>
                  <a:pt x="10567114" y="5977026"/>
                </a:cubicBezTo>
                <a:cubicBezTo>
                  <a:pt x="10579615" y="5965807"/>
                  <a:pt x="10585867" y="5951608"/>
                  <a:pt x="10585867" y="5934431"/>
                </a:cubicBezTo>
                <a:cubicBezTo>
                  <a:pt x="10585867" y="5912788"/>
                  <a:pt x="10576242" y="5896406"/>
                  <a:pt x="10556994" y="5885285"/>
                </a:cubicBezTo>
                <a:cubicBezTo>
                  <a:pt x="10574258" y="5873190"/>
                  <a:pt x="10582890" y="5857872"/>
                  <a:pt x="10582890" y="5839330"/>
                </a:cubicBezTo>
                <a:cubicBezTo>
                  <a:pt x="10582890" y="5822872"/>
                  <a:pt x="10576912" y="5809016"/>
                  <a:pt x="10564956" y="5797763"/>
                </a:cubicBezTo>
                <a:cubicBezTo>
                  <a:pt x="10553000" y="5786509"/>
                  <a:pt x="10538341" y="5780882"/>
                  <a:pt x="10520977" y="5780882"/>
                </a:cubicBezTo>
                <a:close/>
                <a:moveTo>
                  <a:pt x="10203081" y="5780882"/>
                </a:moveTo>
                <a:cubicBezTo>
                  <a:pt x="10185915" y="5780882"/>
                  <a:pt x="10169247" y="5787480"/>
                  <a:pt x="10153074" y="5800677"/>
                </a:cubicBezTo>
                <a:lnTo>
                  <a:pt x="10153074" y="5838479"/>
                </a:lnTo>
                <a:cubicBezTo>
                  <a:pt x="10159523" y="5829549"/>
                  <a:pt x="10166791" y="5822629"/>
                  <a:pt x="10174877" y="5817717"/>
                </a:cubicBezTo>
                <a:cubicBezTo>
                  <a:pt x="10182964" y="5812806"/>
                  <a:pt x="10191174" y="5810350"/>
                  <a:pt x="10199509" y="5810350"/>
                </a:cubicBezTo>
                <a:cubicBezTo>
                  <a:pt x="10210522" y="5810350"/>
                  <a:pt x="10219353" y="5813897"/>
                  <a:pt x="10226000" y="5820992"/>
                </a:cubicBezTo>
                <a:cubicBezTo>
                  <a:pt x="10232647" y="5828086"/>
                  <a:pt x="10235971" y="5837487"/>
                  <a:pt x="10235971" y="5849195"/>
                </a:cubicBezTo>
                <a:cubicBezTo>
                  <a:pt x="10235971" y="5857628"/>
                  <a:pt x="10234210" y="5866161"/>
                  <a:pt x="10230688" y="5874793"/>
                </a:cubicBezTo>
                <a:cubicBezTo>
                  <a:pt x="10227166" y="5883425"/>
                  <a:pt x="10219625" y="5896175"/>
                  <a:pt x="10208066" y="5913042"/>
                </a:cubicBezTo>
                <a:cubicBezTo>
                  <a:pt x="10196507" y="5929909"/>
                  <a:pt x="10180955" y="5950447"/>
                  <a:pt x="10161409" y="5974657"/>
                </a:cubicBezTo>
                <a:lnTo>
                  <a:pt x="10148907" y="5989391"/>
                </a:lnTo>
                <a:lnTo>
                  <a:pt x="10148907" y="5991474"/>
                </a:lnTo>
                <a:lnTo>
                  <a:pt x="10280471" y="5991474"/>
                </a:lnTo>
                <a:lnTo>
                  <a:pt x="10280471" y="5962750"/>
                </a:lnTo>
                <a:lnTo>
                  <a:pt x="10201325" y="5962750"/>
                </a:lnTo>
                <a:lnTo>
                  <a:pt x="10207717" y="5955179"/>
                </a:lnTo>
                <a:cubicBezTo>
                  <a:pt x="10225569" y="5933845"/>
                  <a:pt x="10238214" y="5917001"/>
                  <a:pt x="10245653" y="5904647"/>
                </a:cubicBezTo>
                <a:cubicBezTo>
                  <a:pt x="10253093" y="5892293"/>
                  <a:pt x="10258275" y="5881377"/>
                  <a:pt x="10261200" y="5871901"/>
                </a:cubicBezTo>
                <a:cubicBezTo>
                  <a:pt x="10264125" y="5862425"/>
                  <a:pt x="10265588" y="5853519"/>
                  <a:pt x="10265588" y="5845183"/>
                </a:cubicBezTo>
                <a:cubicBezTo>
                  <a:pt x="10265588" y="5826529"/>
                  <a:pt x="10259709" y="5811148"/>
                  <a:pt x="10247952" y="5799042"/>
                </a:cubicBezTo>
                <a:cubicBezTo>
                  <a:pt x="10236195" y="5786936"/>
                  <a:pt x="10221237" y="5780882"/>
                  <a:pt x="10203081" y="5780882"/>
                </a:cubicBezTo>
                <a:close/>
                <a:moveTo>
                  <a:pt x="10063480" y="5780882"/>
                </a:moveTo>
                <a:cubicBezTo>
                  <a:pt x="10043338" y="5780882"/>
                  <a:pt x="10026967" y="5790780"/>
                  <a:pt x="10014367" y="5810574"/>
                </a:cubicBezTo>
                <a:cubicBezTo>
                  <a:pt x="10001766" y="5830368"/>
                  <a:pt x="9995465" y="5856041"/>
                  <a:pt x="9995465" y="5887592"/>
                </a:cubicBezTo>
                <a:cubicBezTo>
                  <a:pt x="9995465" y="5919541"/>
                  <a:pt x="10001567" y="5945189"/>
                  <a:pt x="10013771" y="5964536"/>
                </a:cubicBezTo>
                <a:cubicBezTo>
                  <a:pt x="10025975" y="5983884"/>
                  <a:pt x="10042147" y="5993558"/>
                  <a:pt x="10062289" y="5993558"/>
                </a:cubicBezTo>
                <a:cubicBezTo>
                  <a:pt x="10082133" y="5993558"/>
                  <a:pt x="10098281" y="5983686"/>
                  <a:pt x="10110733" y="5963941"/>
                </a:cubicBezTo>
                <a:cubicBezTo>
                  <a:pt x="10123185" y="5944196"/>
                  <a:pt x="10129411" y="5918548"/>
                  <a:pt x="10129411" y="5886997"/>
                </a:cubicBezTo>
                <a:cubicBezTo>
                  <a:pt x="10129411" y="5856239"/>
                  <a:pt x="10123185" y="5830864"/>
                  <a:pt x="10110733" y="5810871"/>
                </a:cubicBezTo>
                <a:cubicBezTo>
                  <a:pt x="10098281" y="5790879"/>
                  <a:pt x="10082530" y="5780882"/>
                  <a:pt x="10063480" y="5780882"/>
                </a:cubicBezTo>
                <a:close/>
                <a:moveTo>
                  <a:pt x="9745881" y="5780882"/>
                </a:moveTo>
                <a:cubicBezTo>
                  <a:pt x="9728715" y="5780882"/>
                  <a:pt x="9712047" y="5787480"/>
                  <a:pt x="9695874" y="5800677"/>
                </a:cubicBezTo>
                <a:lnTo>
                  <a:pt x="9695874" y="5838479"/>
                </a:lnTo>
                <a:cubicBezTo>
                  <a:pt x="9702323" y="5829549"/>
                  <a:pt x="9709591" y="5822629"/>
                  <a:pt x="9717677" y="5817717"/>
                </a:cubicBezTo>
                <a:cubicBezTo>
                  <a:pt x="9725764" y="5812806"/>
                  <a:pt x="9733974" y="5810350"/>
                  <a:pt x="9742309" y="5810350"/>
                </a:cubicBezTo>
                <a:cubicBezTo>
                  <a:pt x="9753322" y="5810350"/>
                  <a:pt x="9762153" y="5813897"/>
                  <a:pt x="9768800" y="5820992"/>
                </a:cubicBezTo>
                <a:cubicBezTo>
                  <a:pt x="9775447" y="5828086"/>
                  <a:pt x="9778771" y="5837487"/>
                  <a:pt x="9778771" y="5849195"/>
                </a:cubicBezTo>
                <a:cubicBezTo>
                  <a:pt x="9778771" y="5857628"/>
                  <a:pt x="9777010" y="5866161"/>
                  <a:pt x="9773488" y="5874793"/>
                </a:cubicBezTo>
                <a:cubicBezTo>
                  <a:pt x="9769966" y="5883425"/>
                  <a:pt x="9762425" y="5896175"/>
                  <a:pt x="9750866" y="5913042"/>
                </a:cubicBezTo>
                <a:cubicBezTo>
                  <a:pt x="9739307" y="5929909"/>
                  <a:pt x="9723755" y="5950447"/>
                  <a:pt x="9704209" y="5974657"/>
                </a:cubicBezTo>
                <a:lnTo>
                  <a:pt x="9691707" y="5989391"/>
                </a:lnTo>
                <a:lnTo>
                  <a:pt x="9691707" y="5991474"/>
                </a:lnTo>
                <a:lnTo>
                  <a:pt x="9823271" y="5991474"/>
                </a:lnTo>
                <a:lnTo>
                  <a:pt x="9823271" y="5962750"/>
                </a:lnTo>
                <a:lnTo>
                  <a:pt x="9744125" y="5962750"/>
                </a:lnTo>
                <a:lnTo>
                  <a:pt x="9750517" y="5955179"/>
                </a:lnTo>
                <a:cubicBezTo>
                  <a:pt x="9768369" y="5933845"/>
                  <a:pt x="9781014" y="5917001"/>
                  <a:pt x="9788453" y="5904647"/>
                </a:cubicBezTo>
                <a:cubicBezTo>
                  <a:pt x="9795893" y="5892293"/>
                  <a:pt x="9801075" y="5881377"/>
                  <a:pt x="9804000" y="5871901"/>
                </a:cubicBezTo>
                <a:cubicBezTo>
                  <a:pt x="9806925" y="5862425"/>
                  <a:pt x="9808388" y="5853519"/>
                  <a:pt x="9808388" y="5845183"/>
                </a:cubicBezTo>
                <a:cubicBezTo>
                  <a:pt x="9808388" y="5826529"/>
                  <a:pt x="9802509" y="5811148"/>
                  <a:pt x="9790752" y="5799042"/>
                </a:cubicBezTo>
                <a:cubicBezTo>
                  <a:pt x="9778995" y="5786936"/>
                  <a:pt x="9764037" y="5780882"/>
                  <a:pt x="9745881" y="5780882"/>
                </a:cubicBezTo>
                <a:close/>
                <a:moveTo>
                  <a:pt x="9593481" y="5780882"/>
                </a:moveTo>
                <a:cubicBezTo>
                  <a:pt x="9576315" y="5780882"/>
                  <a:pt x="9559647" y="5787480"/>
                  <a:pt x="9543474" y="5800677"/>
                </a:cubicBezTo>
                <a:lnTo>
                  <a:pt x="9543474" y="5838479"/>
                </a:lnTo>
                <a:cubicBezTo>
                  <a:pt x="9549923" y="5829549"/>
                  <a:pt x="9557191" y="5822629"/>
                  <a:pt x="9565277" y="5817717"/>
                </a:cubicBezTo>
                <a:cubicBezTo>
                  <a:pt x="9573364" y="5812806"/>
                  <a:pt x="9581574" y="5810350"/>
                  <a:pt x="9589909" y="5810350"/>
                </a:cubicBezTo>
                <a:cubicBezTo>
                  <a:pt x="9600922" y="5810350"/>
                  <a:pt x="9609753" y="5813897"/>
                  <a:pt x="9616400" y="5820992"/>
                </a:cubicBezTo>
                <a:cubicBezTo>
                  <a:pt x="9623047" y="5828086"/>
                  <a:pt x="9626371" y="5837487"/>
                  <a:pt x="9626371" y="5849195"/>
                </a:cubicBezTo>
                <a:cubicBezTo>
                  <a:pt x="9626371" y="5857628"/>
                  <a:pt x="9624610" y="5866161"/>
                  <a:pt x="9621088" y="5874793"/>
                </a:cubicBezTo>
                <a:cubicBezTo>
                  <a:pt x="9617566" y="5883425"/>
                  <a:pt x="9610025" y="5896175"/>
                  <a:pt x="9598466" y="5913042"/>
                </a:cubicBezTo>
                <a:cubicBezTo>
                  <a:pt x="9586907" y="5929909"/>
                  <a:pt x="9571355" y="5950447"/>
                  <a:pt x="9551809" y="5974657"/>
                </a:cubicBezTo>
                <a:lnTo>
                  <a:pt x="9539307" y="5989391"/>
                </a:lnTo>
                <a:lnTo>
                  <a:pt x="9539307" y="5991474"/>
                </a:lnTo>
                <a:lnTo>
                  <a:pt x="9670871" y="5991474"/>
                </a:lnTo>
                <a:lnTo>
                  <a:pt x="9670871" y="5962750"/>
                </a:lnTo>
                <a:lnTo>
                  <a:pt x="9591725" y="5962750"/>
                </a:lnTo>
                <a:lnTo>
                  <a:pt x="9598117" y="5955179"/>
                </a:lnTo>
                <a:cubicBezTo>
                  <a:pt x="9615969" y="5933845"/>
                  <a:pt x="9628614" y="5917001"/>
                  <a:pt x="9636053" y="5904647"/>
                </a:cubicBezTo>
                <a:cubicBezTo>
                  <a:pt x="9643493" y="5892293"/>
                  <a:pt x="9648675" y="5881377"/>
                  <a:pt x="9651600" y="5871901"/>
                </a:cubicBezTo>
                <a:cubicBezTo>
                  <a:pt x="9654525" y="5862425"/>
                  <a:pt x="9655988" y="5853519"/>
                  <a:pt x="9655988" y="5845183"/>
                </a:cubicBezTo>
                <a:cubicBezTo>
                  <a:pt x="9655988" y="5826529"/>
                  <a:pt x="9650109" y="5811148"/>
                  <a:pt x="9638352" y="5799042"/>
                </a:cubicBezTo>
                <a:cubicBezTo>
                  <a:pt x="9626595" y="5786936"/>
                  <a:pt x="9611637" y="5780882"/>
                  <a:pt x="9593481" y="5780882"/>
                </a:cubicBezTo>
                <a:close/>
                <a:moveTo>
                  <a:pt x="8902025" y="5780882"/>
                </a:moveTo>
                <a:cubicBezTo>
                  <a:pt x="8880296" y="5807572"/>
                  <a:pt x="8865115" y="5831806"/>
                  <a:pt x="8856483" y="5853585"/>
                </a:cubicBezTo>
                <a:cubicBezTo>
                  <a:pt x="8847851" y="5875363"/>
                  <a:pt x="8843535" y="5897961"/>
                  <a:pt x="8843535" y="5921376"/>
                </a:cubicBezTo>
                <a:cubicBezTo>
                  <a:pt x="8843535" y="5944395"/>
                  <a:pt x="8847851" y="5966918"/>
                  <a:pt x="8856483" y="5988944"/>
                </a:cubicBezTo>
                <a:cubicBezTo>
                  <a:pt x="8861841" y="6002736"/>
                  <a:pt x="8867224" y="6013947"/>
                  <a:pt x="8872631" y="6022579"/>
                </a:cubicBezTo>
                <a:cubicBezTo>
                  <a:pt x="8878039" y="6031211"/>
                  <a:pt x="8886349" y="6042274"/>
                  <a:pt x="8897560" y="6055768"/>
                </a:cubicBezTo>
                <a:lnTo>
                  <a:pt x="8902025" y="6061275"/>
                </a:lnTo>
                <a:lnTo>
                  <a:pt x="8918843" y="6061275"/>
                </a:lnTo>
                <a:cubicBezTo>
                  <a:pt x="8889573" y="6022778"/>
                  <a:pt x="8874938" y="5976443"/>
                  <a:pt x="8874938" y="5922269"/>
                </a:cubicBezTo>
                <a:cubicBezTo>
                  <a:pt x="8874938" y="5906493"/>
                  <a:pt x="8876352" y="5890147"/>
                  <a:pt x="8879180" y="5873230"/>
                </a:cubicBezTo>
                <a:cubicBezTo>
                  <a:pt x="8882007" y="5856313"/>
                  <a:pt x="8886224" y="5841307"/>
                  <a:pt x="8891830" y="5828210"/>
                </a:cubicBezTo>
                <a:cubicBezTo>
                  <a:pt x="8897436" y="5815113"/>
                  <a:pt x="8906440" y="5799337"/>
                  <a:pt x="8918843" y="5780882"/>
                </a:cubicBezTo>
                <a:close/>
                <a:moveTo>
                  <a:pt x="7691680" y="5780585"/>
                </a:moveTo>
                <a:cubicBezTo>
                  <a:pt x="7659555" y="5780585"/>
                  <a:pt x="7632983" y="5790755"/>
                  <a:pt x="7611962" y="5811095"/>
                </a:cubicBezTo>
                <a:cubicBezTo>
                  <a:pt x="7590942" y="5831434"/>
                  <a:pt x="7580431" y="5857132"/>
                  <a:pt x="7580431" y="5888188"/>
                </a:cubicBezTo>
                <a:cubicBezTo>
                  <a:pt x="7580431" y="5918449"/>
                  <a:pt x="7590867" y="5943626"/>
                  <a:pt x="7611739" y="5963718"/>
                </a:cubicBezTo>
                <a:cubicBezTo>
                  <a:pt x="7632610" y="5983810"/>
                  <a:pt x="7658713" y="5993855"/>
                  <a:pt x="7690046" y="5993855"/>
                </a:cubicBezTo>
                <a:cubicBezTo>
                  <a:pt x="7722865" y="5993855"/>
                  <a:pt x="7750058" y="5983810"/>
                  <a:pt x="7771623" y="5963718"/>
                </a:cubicBezTo>
                <a:cubicBezTo>
                  <a:pt x="7793188" y="5943626"/>
                  <a:pt x="7803971" y="5918251"/>
                  <a:pt x="7803971" y="5887592"/>
                </a:cubicBezTo>
                <a:cubicBezTo>
                  <a:pt x="7803971" y="5856934"/>
                  <a:pt x="7793287" y="5831434"/>
                  <a:pt x="7771920" y="5811095"/>
                </a:cubicBezTo>
                <a:cubicBezTo>
                  <a:pt x="7750552" y="5790755"/>
                  <a:pt x="7723806" y="5780585"/>
                  <a:pt x="7691680" y="5780585"/>
                </a:cubicBezTo>
                <a:close/>
                <a:moveTo>
                  <a:pt x="7444030" y="5780585"/>
                </a:moveTo>
                <a:cubicBezTo>
                  <a:pt x="7411905" y="5780585"/>
                  <a:pt x="7385332" y="5790755"/>
                  <a:pt x="7364312" y="5811095"/>
                </a:cubicBezTo>
                <a:cubicBezTo>
                  <a:pt x="7343292" y="5831434"/>
                  <a:pt x="7332781" y="5857132"/>
                  <a:pt x="7332781" y="5888188"/>
                </a:cubicBezTo>
                <a:cubicBezTo>
                  <a:pt x="7332781" y="5918449"/>
                  <a:pt x="7343217" y="5943626"/>
                  <a:pt x="7364089" y="5963718"/>
                </a:cubicBezTo>
                <a:cubicBezTo>
                  <a:pt x="7384960" y="5983810"/>
                  <a:pt x="7411063" y="5993855"/>
                  <a:pt x="7442396" y="5993855"/>
                </a:cubicBezTo>
                <a:cubicBezTo>
                  <a:pt x="7475215" y="5993855"/>
                  <a:pt x="7502408" y="5983810"/>
                  <a:pt x="7523973" y="5963718"/>
                </a:cubicBezTo>
                <a:cubicBezTo>
                  <a:pt x="7545539" y="5943626"/>
                  <a:pt x="7556321" y="5918251"/>
                  <a:pt x="7556321" y="5887592"/>
                </a:cubicBezTo>
                <a:cubicBezTo>
                  <a:pt x="7556321" y="5856934"/>
                  <a:pt x="7545637" y="5831434"/>
                  <a:pt x="7524270" y="5811095"/>
                </a:cubicBezTo>
                <a:cubicBezTo>
                  <a:pt x="7502902" y="5790755"/>
                  <a:pt x="7476156" y="5780585"/>
                  <a:pt x="7444030" y="5780585"/>
                </a:cubicBezTo>
                <a:close/>
                <a:moveTo>
                  <a:pt x="7571799" y="5527577"/>
                </a:moveTo>
                <a:lnTo>
                  <a:pt x="7599630" y="5527577"/>
                </a:lnTo>
                <a:cubicBezTo>
                  <a:pt x="7614414" y="5527577"/>
                  <a:pt x="7625229" y="5528867"/>
                  <a:pt x="7632075" y="5531447"/>
                </a:cubicBezTo>
                <a:cubicBezTo>
                  <a:pt x="7638921" y="5534026"/>
                  <a:pt x="7644204" y="5537945"/>
                  <a:pt x="7647925" y="5543204"/>
                </a:cubicBezTo>
                <a:cubicBezTo>
                  <a:pt x="7651646" y="5548462"/>
                  <a:pt x="7653506" y="5554267"/>
                  <a:pt x="7653506" y="5560617"/>
                </a:cubicBezTo>
                <a:cubicBezTo>
                  <a:pt x="7653506" y="5566768"/>
                  <a:pt x="7651745" y="5572523"/>
                  <a:pt x="7648223" y="5577881"/>
                </a:cubicBezTo>
                <a:cubicBezTo>
                  <a:pt x="7644700" y="5583239"/>
                  <a:pt x="7640037" y="5587183"/>
                  <a:pt x="7634233" y="5589713"/>
                </a:cubicBezTo>
                <a:cubicBezTo>
                  <a:pt x="7628429" y="5592243"/>
                  <a:pt x="7617390" y="5593508"/>
                  <a:pt x="7601119" y="5593508"/>
                </a:cubicBezTo>
                <a:lnTo>
                  <a:pt x="7571799" y="5593508"/>
                </a:lnTo>
                <a:close/>
                <a:moveTo>
                  <a:pt x="8009131" y="5456586"/>
                </a:moveTo>
                <a:lnTo>
                  <a:pt x="8042675" y="5531893"/>
                </a:lnTo>
                <a:lnTo>
                  <a:pt x="7978023" y="5531893"/>
                </a:lnTo>
                <a:close/>
                <a:moveTo>
                  <a:pt x="7571799" y="5438578"/>
                </a:moveTo>
                <a:lnTo>
                  <a:pt x="7597398" y="5438578"/>
                </a:lnTo>
                <a:cubicBezTo>
                  <a:pt x="7622798" y="5438578"/>
                  <a:pt x="7635498" y="5448549"/>
                  <a:pt x="7635498" y="5468492"/>
                </a:cubicBezTo>
                <a:cubicBezTo>
                  <a:pt x="7635498" y="5478116"/>
                  <a:pt x="7632149" y="5485955"/>
                  <a:pt x="7625452" y="5492007"/>
                </a:cubicBezTo>
                <a:cubicBezTo>
                  <a:pt x="7618755" y="5498059"/>
                  <a:pt x="7607469" y="5501086"/>
                  <a:pt x="7591594" y="5501086"/>
                </a:cubicBezTo>
                <a:lnTo>
                  <a:pt x="7571799" y="5501086"/>
                </a:lnTo>
                <a:close/>
                <a:moveTo>
                  <a:pt x="9967039" y="5437685"/>
                </a:moveTo>
                <a:lnTo>
                  <a:pt x="9968527" y="5437685"/>
                </a:lnTo>
                <a:cubicBezTo>
                  <a:pt x="9979342" y="5437685"/>
                  <a:pt x="9987949" y="5444829"/>
                  <a:pt x="9994349" y="5459116"/>
                </a:cubicBezTo>
                <a:cubicBezTo>
                  <a:pt x="10000749" y="5473404"/>
                  <a:pt x="10003949" y="5492602"/>
                  <a:pt x="10003949" y="5516712"/>
                </a:cubicBezTo>
                <a:cubicBezTo>
                  <a:pt x="10003949" y="5540723"/>
                  <a:pt x="10000625" y="5559724"/>
                  <a:pt x="9993977" y="5573714"/>
                </a:cubicBezTo>
                <a:cubicBezTo>
                  <a:pt x="9987329" y="5587704"/>
                  <a:pt x="9978251" y="5594698"/>
                  <a:pt x="9966741" y="5594698"/>
                </a:cubicBezTo>
                <a:cubicBezTo>
                  <a:pt x="9955232" y="5594698"/>
                  <a:pt x="9946203" y="5587704"/>
                  <a:pt x="9939655" y="5573714"/>
                </a:cubicBezTo>
                <a:cubicBezTo>
                  <a:pt x="9933106" y="5559724"/>
                  <a:pt x="9929832" y="5540426"/>
                  <a:pt x="9929832" y="5515820"/>
                </a:cubicBezTo>
                <a:cubicBezTo>
                  <a:pt x="9929832" y="5491809"/>
                  <a:pt x="9933181" y="5472783"/>
                  <a:pt x="9939878" y="5458744"/>
                </a:cubicBezTo>
                <a:cubicBezTo>
                  <a:pt x="9946575" y="5444704"/>
                  <a:pt x="9955629" y="5437685"/>
                  <a:pt x="9967039" y="5437685"/>
                </a:cubicBezTo>
                <a:close/>
                <a:moveTo>
                  <a:pt x="10562054" y="5412086"/>
                </a:moveTo>
                <a:lnTo>
                  <a:pt x="10562054" y="5619999"/>
                </a:lnTo>
                <a:lnTo>
                  <a:pt x="10591819" y="5619999"/>
                </a:lnTo>
                <a:lnTo>
                  <a:pt x="10591819" y="5412086"/>
                </a:lnTo>
                <a:close/>
                <a:moveTo>
                  <a:pt x="10378847" y="5412086"/>
                </a:moveTo>
                <a:lnTo>
                  <a:pt x="10378847" y="5520284"/>
                </a:lnTo>
                <a:cubicBezTo>
                  <a:pt x="10383113" y="5518300"/>
                  <a:pt x="10391149" y="5517308"/>
                  <a:pt x="10402957" y="5517308"/>
                </a:cubicBezTo>
                <a:cubicBezTo>
                  <a:pt x="10416748" y="5517308"/>
                  <a:pt x="10428257" y="5521004"/>
                  <a:pt x="10437485" y="5528396"/>
                </a:cubicBezTo>
                <a:cubicBezTo>
                  <a:pt x="10446712" y="5535787"/>
                  <a:pt x="10451326" y="5544990"/>
                  <a:pt x="10451326" y="5556003"/>
                </a:cubicBezTo>
                <a:cubicBezTo>
                  <a:pt x="10451326" y="5566620"/>
                  <a:pt x="10447084" y="5575574"/>
                  <a:pt x="10438601" y="5582867"/>
                </a:cubicBezTo>
                <a:cubicBezTo>
                  <a:pt x="10430118" y="5590159"/>
                  <a:pt x="10419625" y="5593805"/>
                  <a:pt x="10407124" y="5593805"/>
                </a:cubicBezTo>
                <a:cubicBezTo>
                  <a:pt x="10392836" y="5593805"/>
                  <a:pt x="10378201" y="5588944"/>
                  <a:pt x="10363219" y="5579220"/>
                </a:cubicBezTo>
                <a:lnTo>
                  <a:pt x="10363219" y="5609879"/>
                </a:lnTo>
                <a:cubicBezTo>
                  <a:pt x="10379095" y="5618015"/>
                  <a:pt x="10395465" y="5622083"/>
                  <a:pt x="10412333" y="5622083"/>
                </a:cubicBezTo>
                <a:cubicBezTo>
                  <a:pt x="10432772" y="5622083"/>
                  <a:pt x="10449416" y="5615956"/>
                  <a:pt x="10462265" y="5603703"/>
                </a:cubicBezTo>
                <a:cubicBezTo>
                  <a:pt x="10475113" y="5591449"/>
                  <a:pt x="10481538" y="5575549"/>
                  <a:pt x="10481538" y="5556003"/>
                </a:cubicBezTo>
                <a:cubicBezTo>
                  <a:pt x="10481538" y="5537052"/>
                  <a:pt x="10475039" y="5521450"/>
                  <a:pt x="10462041" y="5509197"/>
                </a:cubicBezTo>
                <a:cubicBezTo>
                  <a:pt x="10449044" y="5496943"/>
                  <a:pt x="10432474" y="5490816"/>
                  <a:pt x="10412333" y="5490816"/>
                </a:cubicBezTo>
                <a:cubicBezTo>
                  <a:pt x="10410150" y="5490816"/>
                  <a:pt x="10408017" y="5490916"/>
                  <a:pt x="10405933" y="5491114"/>
                </a:cubicBezTo>
                <a:lnTo>
                  <a:pt x="10405933" y="5438578"/>
                </a:lnTo>
                <a:lnTo>
                  <a:pt x="10471120" y="5438578"/>
                </a:lnTo>
                <a:lnTo>
                  <a:pt x="10471120" y="5412086"/>
                </a:lnTo>
                <a:close/>
                <a:moveTo>
                  <a:pt x="10257254" y="5412086"/>
                </a:moveTo>
                <a:lnTo>
                  <a:pt x="10257254" y="5619999"/>
                </a:lnTo>
                <a:lnTo>
                  <a:pt x="10287019" y="5619999"/>
                </a:lnTo>
                <a:lnTo>
                  <a:pt x="10287019" y="5412086"/>
                </a:lnTo>
                <a:close/>
                <a:moveTo>
                  <a:pt x="9800054" y="5412086"/>
                </a:moveTo>
                <a:lnTo>
                  <a:pt x="9800054" y="5619999"/>
                </a:lnTo>
                <a:lnTo>
                  <a:pt x="9829819" y="5619999"/>
                </a:lnTo>
                <a:lnTo>
                  <a:pt x="9829819" y="5412086"/>
                </a:lnTo>
                <a:close/>
                <a:moveTo>
                  <a:pt x="9312047" y="5412086"/>
                </a:moveTo>
                <a:lnTo>
                  <a:pt x="9312047" y="5520284"/>
                </a:lnTo>
                <a:cubicBezTo>
                  <a:pt x="9316313" y="5518300"/>
                  <a:pt x="9324349" y="5517308"/>
                  <a:pt x="9336157" y="5517308"/>
                </a:cubicBezTo>
                <a:cubicBezTo>
                  <a:pt x="9349948" y="5517308"/>
                  <a:pt x="9361457" y="5521004"/>
                  <a:pt x="9370685" y="5528396"/>
                </a:cubicBezTo>
                <a:cubicBezTo>
                  <a:pt x="9379912" y="5535787"/>
                  <a:pt x="9384526" y="5544990"/>
                  <a:pt x="9384526" y="5556003"/>
                </a:cubicBezTo>
                <a:cubicBezTo>
                  <a:pt x="9384526" y="5566620"/>
                  <a:pt x="9380284" y="5575574"/>
                  <a:pt x="9371801" y="5582867"/>
                </a:cubicBezTo>
                <a:cubicBezTo>
                  <a:pt x="9363318" y="5590159"/>
                  <a:pt x="9352825" y="5593805"/>
                  <a:pt x="9340324" y="5593805"/>
                </a:cubicBezTo>
                <a:cubicBezTo>
                  <a:pt x="9326036" y="5593805"/>
                  <a:pt x="9311401" y="5588944"/>
                  <a:pt x="9296419" y="5579220"/>
                </a:cubicBezTo>
                <a:lnTo>
                  <a:pt x="9296419" y="5609879"/>
                </a:lnTo>
                <a:cubicBezTo>
                  <a:pt x="9312295" y="5618015"/>
                  <a:pt x="9328665" y="5622083"/>
                  <a:pt x="9345533" y="5622083"/>
                </a:cubicBezTo>
                <a:cubicBezTo>
                  <a:pt x="9365972" y="5622083"/>
                  <a:pt x="9382616" y="5615956"/>
                  <a:pt x="9395465" y="5603703"/>
                </a:cubicBezTo>
                <a:cubicBezTo>
                  <a:pt x="9408313" y="5591449"/>
                  <a:pt x="9414738" y="5575549"/>
                  <a:pt x="9414738" y="5556003"/>
                </a:cubicBezTo>
                <a:cubicBezTo>
                  <a:pt x="9414738" y="5537052"/>
                  <a:pt x="9408239" y="5521450"/>
                  <a:pt x="9395241" y="5509197"/>
                </a:cubicBezTo>
                <a:cubicBezTo>
                  <a:pt x="9382244" y="5496943"/>
                  <a:pt x="9365674" y="5490816"/>
                  <a:pt x="9345533" y="5490816"/>
                </a:cubicBezTo>
                <a:cubicBezTo>
                  <a:pt x="9343350" y="5490816"/>
                  <a:pt x="9341217" y="5490916"/>
                  <a:pt x="9339133" y="5491114"/>
                </a:cubicBezTo>
                <a:lnTo>
                  <a:pt x="9339133" y="5438578"/>
                </a:lnTo>
                <a:lnTo>
                  <a:pt x="9404320" y="5438578"/>
                </a:lnTo>
                <a:lnTo>
                  <a:pt x="9404320" y="5412086"/>
                </a:lnTo>
                <a:close/>
                <a:moveTo>
                  <a:pt x="9190454" y="5412086"/>
                </a:moveTo>
                <a:lnTo>
                  <a:pt x="9190454" y="5619999"/>
                </a:lnTo>
                <a:lnTo>
                  <a:pt x="9220219" y="5619999"/>
                </a:lnTo>
                <a:lnTo>
                  <a:pt x="9220219" y="5412086"/>
                </a:lnTo>
                <a:close/>
                <a:moveTo>
                  <a:pt x="9038054" y="5412086"/>
                </a:moveTo>
                <a:lnTo>
                  <a:pt x="9038054" y="5619999"/>
                </a:lnTo>
                <a:lnTo>
                  <a:pt x="9067819" y="5619999"/>
                </a:lnTo>
                <a:lnTo>
                  <a:pt x="9067819" y="5412086"/>
                </a:lnTo>
                <a:close/>
                <a:moveTo>
                  <a:pt x="8885654" y="5412086"/>
                </a:moveTo>
                <a:lnTo>
                  <a:pt x="8885654" y="5619999"/>
                </a:lnTo>
                <a:lnTo>
                  <a:pt x="8915419" y="5619999"/>
                </a:lnTo>
                <a:lnTo>
                  <a:pt x="8915419" y="5412086"/>
                </a:lnTo>
                <a:close/>
                <a:moveTo>
                  <a:pt x="7713484" y="5412086"/>
                </a:moveTo>
                <a:lnTo>
                  <a:pt x="7713484" y="5619999"/>
                </a:lnTo>
                <a:lnTo>
                  <a:pt x="7743249" y="5619999"/>
                </a:lnTo>
                <a:lnTo>
                  <a:pt x="7743249" y="5529512"/>
                </a:lnTo>
                <a:lnTo>
                  <a:pt x="7860079" y="5529512"/>
                </a:lnTo>
                <a:lnTo>
                  <a:pt x="7860079" y="5619999"/>
                </a:lnTo>
                <a:lnTo>
                  <a:pt x="7889845" y="5619999"/>
                </a:lnTo>
                <a:lnTo>
                  <a:pt x="7889845" y="5412086"/>
                </a:lnTo>
                <a:lnTo>
                  <a:pt x="7860079" y="5412086"/>
                </a:lnTo>
                <a:lnTo>
                  <a:pt x="7860079" y="5501979"/>
                </a:lnTo>
                <a:lnTo>
                  <a:pt x="7743249" y="5501979"/>
                </a:lnTo>
                <a:lnTo>
                  <a:pt x="7743249" y="5412086"/>
                </a:lnTo>
                <a:close/>
                <a:moveTo>
                  <a:pt x="7542034" y="5412086"/>
                </a:moveTo>
                <a:lnTo>
                  <a:pt x="7542034" y="5619999"/>
                </a:lnTo>
                <a:lnTo>
                  <a:pt x="7612430" y="5619999"/>
                </a:lnTo>
                <a:cubicBezTo>
                  <a:pt x="7628305" y="5619999"/>
                  <a:pt x="7641525" y="5617370"/>
                  <a:pt x="7652092" y="5612111"/>
                </a:cubicBezTo>
                <a:cubicBezTo>
                  <a:pt x="7662659" y="5606853"/>
                  <a:pt x="7670671" y="5600056"/>
                  <a:pt x="7676128" y="5591722"/>
                </a:cubicBezTo>
                <a:cubicBezTo>
                  <a:pt x="7681585" y="5583388"/>
                  <a:pt x="7684313" y="5573912"/>
                  <a:pt x="7684313" y="5563296"/>
                </a:cubicBezTo>
                <a:cubicBezTo>
                  <a:pt x="7684313" y="5549901"/>
                  <a:pt x="7679824" y="5538392"/>
                  <a:pt x="7670845" y="5528768"/>
                </a:cubicBezTo>
                <a:cubicBezTo>
                  <a:pt x="7661865" y="5519143"/>
                  <a:pt x="7649785" y="5512893"/>
                  <a:pt x="7634605" y="5510015"/>
                </a:cubicBezTo>
                <a:cubicBezTo>
                  <a:pt x="7655738" y="5501185"/>
                  <a:pt x="7666305" y="5486550"/>
                  <a:pt x="7666305" y="5466111"/>
                </a:cubicBezTo>
                <a:cubicBezTo>
                  <a:pt x="7666305" y="5455495"/>
                  <a:pt x="7663775" y="5446143"/>
                  <a:pt x="7658715" y="5438057"/>
                </a:cubicBezTo>
                <a:cubicBezTo>
                  <a:pt x="7653655" y="5429971"/>
                  <a:pt x="7646313" y="5423621"/>
                  <a:pt x="7636688" y="5419007"/>
                </a:cubicBezTo>
                <a:cubicBezTo>
                  <a:pt x="7627064" y="5414393"/>
                  <a:pt x="7613670" y="5412086"/>
                  <a:pt x="7596505" y="5412086"/>
                </a:cubicBezTo>
                <a:close/>
                <a:moveTo>
                  <a:pt x="7318643" y="5412086"/>
                </a:moveTo>
                <a:lnTo>
                  <a:pt x="7318643" y="5529809"/>
                </a:lnTo>
                <a:cubicBezTo>
                  <a:pt x="7318643" y="5546577"/>
                  <a:pt x="7319759" y="5558880"/>
                  <a:pt x="7321991" y="5566719"/>
                </a:cubicBezTo>
                <a:cubicBezTo>
                  <a:pt x="7324224" y="5574557"/>
                  <a:pt x="7327052" y="5581180"/>
                  <a:pt x="7330475" y="5586587"/>
                </a:cubicBezTo>
                <a:cubicBezTo>
                  <a:pt x="7333898" y="5591995"/>
                  <a:pt x="7338090" y="5596881"/>
                  <a:pt x="7343051" y="5601247"/>
                </a:cubicBezTo>
                <a:cubicBezTo>
                  <a:pt x="7359422" y="5615336"/>
                  <a:pt x="7381151" y="5622380"/>
                  <a:pt x="7408237" y="5622380"/>
                </a:cubicBezTo>
                <a:cubicBezTo>
                  <a:pt x="7434828" y="5622380"/>
                  <a:pt x="7456358" y="5615286"/>
                  <a:pt x="7472829" y="5601098"/>
                </a:cubicBezTo>
                <a:cubicBezTo>
                  <a:pt x="7477790" y="5596832"/>
                  <a:pt x="7481982" y="5591995"/>
                  <a:pt x="7485405" y="5586587"/>
                </a:cubicBezTo>
                <a:cubicBezTo>
                  <a:pt x="7488828" y="5581180"/>
                  <a:pt x="7491705" y="5574408"/>
                  <a:pt x="7494037" y="5566272"/>
                </a:cubicBezTo>
                <a:cubicBezTo>
                  <a:pt x="7496368" y="5558136"/>
                  <a:pt x="7497534" y="5546081"/>
                  <a:pt x="7497534" y="5530107"/>
                </a:cubicBezTo>
                <a:lnTo>
                  <a:pt x="7497534" y="5412086"/>
                </a:lnTo>
                <a:lnTo>
                  <a:pt x="7467620" y="5412086"/>
                </a:lnTo>
                <a:lnTo>
                  <a:pt x="7467620" y="5530107"/>
                </a:lnTo>
                <a:cubicBezTo>
                  <a:pt x="7467620" y="5546478"/>
                  <a:pt x="7466330" y="5558037"/>
                  <a:pt x="7463750" y="5564784"/>
                </a:cubicBezTo>
                <a:cubicBezTo>
                  <a:pt x="7461171" y="5571531"/>
                  <a:pt x="7456954" y="5577385"/>
                  <a:pt x="7451100" y="5582346"/>
                </a:cubicBezTo>
                <a:cubicBezTo>
                  <a:pt x="7439987" y="5591573"/>
                  <a:pt x="7425601" y="5596187"/>
                  <a:pt x="7407940" y="5596187"/>
                </a:cubicBezTo>
                <a:cubicBezTo>
                  <a:pt x="7395537" y="5596187"/>
                  <a:pt x="7384772" y="5593880"/>
                  <a:pt x="7375644" y="5589266"/>
                </a:cubicBezTo>
                <a:cubicBezTo>
                  <a:pt x="7366516" y="5584653"/>
                  <a:pt x="7359719" y="5578526"/>
                  <a:pt x="7355255" y="5570886"/>
                </a:cubicBezTo>
                <a:cubicBezTo>
                  <a:pt x="7350790" y="5563246"/>
                  <a:pt x="7348557" y="5549653"/>
                  <a:pt x="7348557" y="5530107"/>
                </a:cubicBezTo>
                <a:lnTo>
                  <a:pt x="7348557" y="5412086"/>
                </a:lnTo>
                <a:close/>
                <a:moveTo>
                  <a:pt x="7998943" y="5410896"/>
                </a:moveTo>
                <a:lnTo>
                  <a:pt x="7909639" y="5619999"/>
                </a:lnTo>
                <a:lnTo>
                  <a:pt x="7940228" y="5619999"/>
                </a:lnTo>
                <a:lnTo>
                  <a:pt x="7966208" y="5558384"/>
                </a:lnTo>
                <a:lnTo>
                  <a:pt x="8054912" y="5558384"/>
                </a:lnTo>
                <a:lnTo>
                  <a:pt x="8082621" y="5619999"/>
                </a:lnTo>
                <a:lnTo>
                  <a:pt x="8113087" y="5619999"/>
                </a:lnTo>
                <a:lnTo>
                  <a:pt x="8019863" y="5410896"/>
                </a:lnTo>
                <a:close/>
                <a:moveTo>
                  <a:pt x="10656560" y="5409407"/>
                </a:moveTo>
                <a:cubicBezTo>
                  <a:pt x="10667077" y="5423794"/>
                  <a:pt x="10675436" y="5438255"/>
                  <a:pt x="10681637" y="5452791"/>
                </a:cubicBezTo>
                <a:cubicBezTo>
                  <a:pt x="10687839" y="5467326"/>
                  <a:pt x="10692502" y="5482680"/>
                  <a:pt x="10695627" y="5498853"/>
                </a:cubicBezTo>
                <a:cubicBezTo>
                  <a:pt x="10698753" y="5515026"/>
                  <a:pt x="10700315" y="5531744"/>
                  <a:pt x="10700315" y="5549008"/>
                </a:cubicBezTo>
                <a:cubicBezTo>
                  <a:pt x="10700315" y="5563891"/>
                  <a:pt x="10698976" y="5579444"/>
                  <a:pt x="10696297" y="5595666"/>
                </a:cubicBezTo>
                <a:cubicBezTo>
                  <a:pt x="10693618" y="5611888"/>
                  <a:pt x="10689550" y="5626771"/>
                  <a:pt x="10684093" y="5640314"/>
                </a:cubicBezTo>
                <a:cubicBezTo>
                  <a:pt x="10678636" y="5653858"/>
                  <a:pt x="10669458" y="5670353"/>
                  <a:pt x="10656560" y="5689800"/>
                </a:cubicBezTo>
                <a:lnTo>
                  <a:pt x="10673229" y="5689800"/>
                </a:lnTo>
                <a:cubicBezTo>
                  <a:pt x="10688707" y="5670254"/>
                  <a:pt x="10699397" y="5655371"/>
                  <a:pt x="10705301" y="5645151"/>
                </a:cubicBezTo>
                <a:cubicBezTo>
                  <a:pt x="10711205" y="5634932"/>
                  <a:pt x="10716091" y="5624662"/>
                  <a:pt x="10719961" y="5614344"/>
                </a:cubicBezTo>
                <a:cubicBezTo>
                  <a:pt x="10727799" y="5593607"/>
                  <a:pt x="10731718" y="5572027"/>
                  <a:pt x="10731718" y="5549604"/>
                </a:cubicBezTo>
                <a:cubicBezTo>
                  <a:pt x="10731718" y="5526188"/>
                  <a:pt x="10727402" y="5503467"/>
                  <a:pt x="10718770" y="5481440"/>
                </a:cubicBezTo>
                <a:cubicBezTo>
                  <a:pt x="10713412" y="5467550"/>
                  <a:pt x="10708029" y="5456288"/>
                  <a:pt x="10702622" y="5447656"/>
                </a:cubicBezTo>
                <a:cubicBezTo>
                  <a:pt x="10697215" y="5439024"/>
                  <a:pt x="10688955" y="5428110"/>
                  <a:pt x="10677842" y="5414914"/>
                </a:cubicBezTo>
                <a:lnTo>
                  <a:pt x="10673229" y="5409407"/>
                </a:lnTo>
                <a:close/>
                <a:moveTo>
                  <a:pt x="10107831" y="5409407"/>
                </a:moveTo>
                <a:cubicBezTo>
                  <a:pt x="10090665" y="5409407"/>
                  <a:pt x="10073997" y="5416006"/>
                  <a:pt x="10057824" y="5429202"/>
                </a:cubicBezTo>
                <a:lnTo>
                  <a:pt x="10057824" y="5467004"/>
                </a:lnTo>
                <a:cubicBezTo>
                  <a:pt x="10064273" y="5458074"/>
                  <a:pt x="10071541" y="5451154"/>
                  <a:pt x="10079627" y="5446242"/>
                </a:cubicBezTo>
                <a:cubicBezTo>
                  <a:pt x="10087714" y="5441331"/>
                  <a:pt x="10095924" y="5438875"/>
                  <a:pt x="10104259" y="5438875"/>
                </a:cubicBezTo>
                <a:cubicBezTo>
                  <a:pt x="10115272" y="5438875"/>
                  <a:pt x="10124103" y="5442422"/>
                  <a:pt x="10130750" y="5449517"/>
                </a:cubicBezTo>
                <a:cubicBezTo>
                  <a:pt x="10137397" y="5456611"/>
                  <a:pt x="10140721" y="5466012"/>
                  <a:pt x="10140721" y="5477720"/>
                </a:cubicBezTo>
                <a:cubicBezTo>
                  <a:pt x="10140721" y="5486153"/>
                  <a:pt x="10138960" y="5494686"/>
                  <a:pt x="10135438" y="5503318"/>
                </a:cubicBezTo>
                <a:cubicBezTo>
                  <a:pt x="10131916" y="5511950"/>
                  <a:pt x="10124375" y="5524700"/>
                  <a:pt x="10112816" y="5541567"/>
                </a:cubicBezTo>
                <a:cubicBezTo>
                  <a:pt x="10101257" y="5558434"/>
                  <a:pt x="10085705" y="5578972"/>
                  <a:pt x="10066159" y="5603182"/>
                </a:cubicBezTo>
                <a:lnTo>
                  <a:pt x="10053657" y="5617916"/>
                </a:lnTo>
                <a:lnTo>
                  <a:pt x="10053657" y="5619999"/>
                </a:lnTo>
                <a:lnTo>
                  <a:pt x="10185221" y="5619999"/>
                </a:lnTo>
                <a:lnTo>
                  <a:pt x="10185221" y="5591275"/>
                </a:lnTo>
                <a:lnTo>
                  <a:pt x="10106075" y="5591275"/>
                </a:lnTo>
                <a:lnTo>
                  <a:pt x="10112467" y="5583704"/>
                </a:lnTo>
                <a:cubicBezTo>
                  <a:pt x="10130319" y="5562370"/>
                  <a:pt x="10142964" y="5545526"/>
                  <a:pt x="10150403" y="5533172"/>
                </a:cubicBezTo>
                <a:cubicBezTo>
                  <a:pt x="10157843" y="5520818"/>
                  <a:pt x="10163025" y="5509902"/>
                  <a:pt x="10165950" y="5500426"/>
                </a:cubicBezTo>
                <a:cubicBezTo>
                  <a:pt x="10168875" y="5490950"/>
                  <a:pt x="10170338" y="5482044"/>
                  <a:pt x="10170338" y="5473708"/>
                </a:cubicBezTo>
                <a:cubicBezTo>
                  <a:pt x="10170338" y="5455053"/>
                  <a:pt x="10164459" y="5439673"/>
                  <a:pt x="10152702" y="5427567"/>
                </a:cubicBezTo>
                <a:cubicBezTo>
                  <a:pt x="10140945" y="5415461"/>
                  <a:pt x="10125987" y="5409407"/>
                  <a:pt x="10107831" y="5409407"/>
                </a:cubicBezTo>
                <a:close/>
                <a:moveTo>
                  <a:pt x="9968230" y="5409407"/>
                </a:moveTo>
                <a:cubicBezTo>
                  <a:pt x="9948088" y="5409407"/>
                  <a:pt x="9931717" y="5419305"/>
                  <a:pt x="9919117" y="5439099"/>
                </a:cubicBezTo>
                <a:cubicBezTo>
                  <a:pt x="9906516" y="5458893"/>
                  <a:pt x="9900215" y="5484566"/>
                  <a:pt x="9900215" y="5516117"/>
                </a:cubicBezTo>
                <a:cubicBezTo>
                  <a:pt x="9900215" y="5548066"/>
                  <a:pt x="9906317" y="5573714"/>
                  <a:pt x="9918521" y="5593061"/>
                </a:cubicBezTo>
                <a:cubicBezTo>
                  <a:pt x="9930725" y="5612409"/>
                  <a:pt x="9946897" y="5622083"/>
                  <a:pt x="9967039" y="5622083"/>
                </a:cubicBezTo>
                <a:cubicBezTo>
                  <a:pt x="9986883" y="5622083"/>
                  <a:pt x="10003031" y="5612211"/>
                  <a:pt x="10015483" y="5592466"/>
                </a:cubicBezTo>
                <a:cubicBezTo>
                  <a:pt x="10027935" y="5572721"/>
                  <a:pt x="10034161" y="5547073"/>
                  <a:pt x="10034161" y="5515522"/>
                </a:cubicBezTo>
                <a:cubicBezTo>
                  <a:pt x="10034161" y="5484764"/>
                  <a:pt x="10027935" y="5459389"/>
                  <a:pt x="10015483" y="5439396"/>
                </a:cubicBezTo>
                <a:cubicBezTo>
                  <a:pt x="10003031" y="5419404"/>
                  <a:pt x="9987280" y="5409407"/>
                  <a:pt x="9968230" y="5409407"/>
                </a:cubicBezTo>
                <a:close/>
                <a:moveTo>
                  <a:pt x="9650631" y="5409407"/>
                </a:moveTo>
                <a:cubicBezTo>
                  <a:pt x="9633465" y="5409407"/>
                  <a:pt x="9616797" y="5416006"/>
                  <a:pt x="9600624" y="5429202"/>
                </a:cubicBezTo>
                <a:lnTo>
                  <a:pt x="9600624" y="5467004"/>
                </a:lnTo>
                <a:cubicBezTo>
                  <a:pt x="9607073" y="5458074"/>
                  <a:pt x="9614341" y="5451154"/>
                  <a:pt x="9622427" y="5446242"/>
                </a:cubicBezTo>
                <a:cubicBezTo>
                  <a:pt x="9630514" y="5441331"/>
                  <a:pt x="9638724" y="5438875"/>
                  <a:pt x="9647059" y="5438875"/>
                </a:cubicBezTo>
                <a:cubicBezTo>
                  <a:pt x="9658072" y="5438875"/>
                  <a:pt x="9666903" y="5442422"/>
                  <a:pt x="9673550" y="5449517"/>
                </a:cubicBezTo>
                <a:cubicBezTo>
                  <a:pt x="9680197" y="5456611"/>
                  <a:pt x="9683521" y="5466012"/>
                  <a:pt x="9683521" y="5477720"/>
                </a:cubicBezTo>
                <a:cubicBezTo>
                  <a:pt x="9683521" y="5486153"/>
                  <a:pt x="9681760" y="5494686"/>
                  <a:pt x="9678238" y="5503318"/>
                </a:cubicBezTo>
                <a:cubicBezTo>
                  <a:pt x="9674716" y="5511950"/>
                  <a:pt x="9667175" y="5524700"/>
                  <a:pt x="9655616" y="5541567"/>
                </a:cubicBezTo>
                <a:cubicBezTo>
                  <a:pt x="9644057" y="5558434"/>
                  <a:pt x="9628505" y="5578972"/>
                  <a:pt x="9608959" y="5603182"/>
                </a:cubicBezTo>
                <a:lnTo>
                  <a:pt x="9596457" y="5617916"/>
                </a:lnTo>
                <a:lnTo>
                  <a:pt x="9596457" y="5619999"/>
                </a:lnTo>
                <a:lnTo>
                  <a:pt x="9728021" y="5619999"/>
                </a:lnTo>
                <a:lnTo>
                  <a:pt x="9728021" y="5591275"/>
                </a:lnTo>
                <a:lnTo>
                  <a:pt x="9648875" y="5591275"/>
                </a:lnTo>
                <a:lnTo>
                  <a:pt x="9655267" y="5583704"/>
                </a:lnTo>
                <a:cubicBezTo>
                  <a:pt x="9673119" y="5562370"/>
                  <a:pt x="9685764" y="5545526"/>
                  <a:pt x="9693203" y="5533172"/>
                </a:cubicBezTo>
                <a:cubicBezTo>
                  <a:pt x="9700643" y="5520818"/>
                  <a:pt x="9705825" y="5509902"/>
                  <a:pt x="9708750" y="5500426"/>
                </a:cubicBezTo>
                <a:cubicBezTo>
                  <a:pt x="9711675" y="5490950"/>
                  <a:pt x="9713138" y="5482044"/>
                  <a:pt x="9713138" y="5473708"/>
                </a:cubicBezTo>
                <a:cubicBezTo>
                  <a:pt x="9713138" y="5455053"/>
                  <a:pt x="9707259" y="5439673"/>
                  <a:pt x="9695502" y="5427567"/>
                </a:cubicBezTo>
                <a:cubicBezTo>
                  <a:pt x="9683745" y="5415461"/>
                  <a:pt x="9668787" y="5409407"/>
                  <a:pt x="9650631" y="5409407"/>
                </a:cubicBezTo>
                <a:close/>
                <a:moveTo>
                  <a:pt x="9498231" y="5409407"/>
                </a:moveTo>
                <a:cubicBezTo>
                  <a:pt x="9481065" y="5409407"/>
                  <a:pt x="9464397" y="5416006"/>
                  <a:pt x="9448224" y="5429202"/>
                </a:cubicBezTo>
                <a:lnTo>
                  <a:pt x="9448224" y="5467004"/>
                </a:lnTo>
                <a:cubicBezTo>
                  <a:pt x="9454673" y="5458074"/>
                  <a:pt x="9461941" y="5451154"/>
                  <a:pt x="9470027" y="5446242"/>
                </a:cubicBezTo>
                <a:cubicBezTo>
                  <a:pt x="9478114" y="5441331"/>
                  <a:pt x="9486324" y="5438875"/>
                  <a:pt x="9494659" y="5438875"/>
                </a:cubicBezTo>
                <a:cubicBezTo>
                  <a:pt x="9505672" y="5438875"/>
                  <a:pt x="9514502" y="5442422"/>
                  <a:pt x="9521150" y="5449517"/>
                </a:cubicBezTo>
                <a:cubicBezTo>
                  <a:pt x="9527797" y="5456611"/>
                  <a:pt x="9531121" y="5466012"/>
                  <a:pt x="9531121" y="5477720"/>
                </a:cubicBezTo>
                <a:cubicBezTo>
                  <a:pt x="9531121" y="5486153"/>
                  <a:pt x="9529360" y="5494686"/>
                  <a:pt x="9525838" y="5503318"/>
                </a:cubicBezTo>
                <a:cubicBezTo>
                  <a:pt x="9522315" y="5511950"/>
                  <a:pt x="9514775" y="5524700"/>
                  <a:pt x="9503216" y="5541567"/>
                </a:cubicBezTo>
                <a:cubicBezTo>
                  <a:pt x="9491657" y="5558434"/>
                  <a:pt x="9476105" y="5578972"/>
                  <a:pt x="9456559" y="5603182"/>
                </a:cubicBezTo>
                <a:lnTo>
                  <a:pt x="9444057" y="5617916"/>
                </a:lnTo>
                <a:lnTo>
                  <a:pt x="9444057" y="5619999"/>
                </a:lnTo>
                <a:lnTo>
                  <a:pt x="9575621" y="5619999"/>
                </a:lnTo>
                <a:lnTo>
                  <a:pt x="9575621" y="5591275"/>
                </a:lnTo>
                <a:lnTo>
                  <a:pt x="9496475" y="5591275"/>
                </a:lnTo>
                <a:lnTo>
                  <a:pt x="9502867" y="5583704"/>
                </a:lnTo>
                <a:cubicBezTo>
                  <a:pt x="9520719" y="5562370"/>
                  <a:pt x="9533364" y="5545526"/>
                  <a:pt x="9540803" y="5533172"/>
                </a:cubicBezTo>
                <a:cubicBezTo>
                  <a:pt x="9548243" y="5520818"/>
                  <a:pt x="9553425" y="5509902"/>
                  <a:pt x="9556350" y="5500426"/>
                </a:cubicBezTo>
                <a:cubicBezTo>
                  <a:pt x="9559275" y="5490950"/>
                  <a:pt x="9560738" y="5482044"/>
                  <a:pt x="9560738" y="5473708"/>
                </a:cubicBezTo>
                <a:cubicBezTo>
                  <a:pt x="9560738" y="5455053"/>
                  <a:pt x="9554859" y="5439673"/>
                  <a:pt x="9543102" y="5427567"/>
                </a:cubicBezTo>
                <a:cubicBezTo>
                  <a:pt x="9531345" y="5415461"/>
                  <a:pt x="9516387" y="5409407"/>
                  <a:pt x="9498231" y="5409407"/>
                </a:cubicBezTo>
                <a:close/>
                <a:moveTo>
                  <a:pt x="8806775" y="5409407"/>
                </a:moveTo>
                <a:cubicBezTo>
                  <a:pt x="8785046" y="5436097"/>
                  <a:pt x="8769865" y="5460331"/>
                  <a:pt x="8761233" y="5482110"/>
                </a:cubicBezTo>
                <a:cubicBezTo>
                  <a:pt x="8752601" y="5503888"/>
                  <a:pt x="8748285" y="5526486"/>
                  <a:pt x="8748285" y="5549901"/>
                </a:cubicBezTo>
                <a:cubicBezTo>
                  <a:pt x="8748285" y="5572920"/>
                  <a:pt x="8752601" y="5595443"/>
                  <a:pt x="8761233" y="5617469"/>
                </a:cubicBezTo>
                <a:cubicBezTo>
                  <a:pt x="8766591" y="5631261"/>
                  <a:pt x="8771974" y="5642472"/>
                  <a:pt x="8777381" y="5651104"/>
                </a:cubicBezTo>
                <a:cubicBezTo>
                  <a:pt x="8782789" y="5659736"/>
                  <a:pt x="8791099" y="5670799"/>
                  <a:pt x="8802310" y="5684293"/>
                </a:cubicBezTo>
                <a:lnTo>
                  <a:pt x="8806775" y="5689800"/>
                </a:lnTo>
                <a:lnTo>
                  <a:pt x="8823593" y="5689800"/>
                </a:lnTo>
                <a:cubicBezTo>
                  <a:pt x="8794323" y="5651303"/>
                  <a:pt x="8779688" y="5604968"/>
                  <a:pt x="8779688" y="5550794"/>
                </a:cubicBezTo>
                <a:cubicBezTo>
                  <a:pt x="8779688" y="5535018"/>
                  <a:pt x="8781102" y="5518672"/>
                  <a:pt x="8783930" y="5501755"/>
                </a:cubicBezTo>
                <a:cubicBezTo>
                  <a:pt x="8786757" y="5484838"/>
                  <a:pt x="8790974" y="5469832"/>
                  <a:pt x="8796580" y="5456735"/>
                </a:cubicBezTo>
                <a:cubicBezTo>
                  <a:pt x="8802186" y="5443638"/>
                  <a:pt x="8811190" y="5427862"/>
                  <a:pt x="8823593" y="5409407"/>
                </a:cubicBezTo>
                <a:close/>
                <a:moveTo>
                  <a:pt x="8574008" y="5409407"/>
                </a:moveTo>
                <a:cubicBezTo>
                  <a:pt x="8555851" y="5409407"/>
                  <a:pt x="8541092" y="5414517"/>
                  <a:pt x="8529732" y="5424737"/>
                </a:cubicBezTo>
                <a:cubicBezTo>
                  <a:pt x="8518371" y="5434956"/>
                  <a:pt x="8512691" y="5448252"/>
                  <a:pt x="8512691" y="5464623"/>
                </a:cubicBezTo>
                <a:cubicBezTo>
                  <a:pt x="8512691" y="5475537"/>
                  <a:pt x="8515692" y="5485186"/>
                  <a:pt x="8521695" y="5493570"/>
                </a:cubicBezTo>
                <a:cubicBezTo>
                  <a:pt x="8527697" y="5501954"/>
                  <a:pt x="8537793" y="5510478"/>
                  <a:pt x="8551981" y="5519143"/>
                </a:cubicBezTo>
                <a:lnTo>
                  <a:pt x="8574603" y="5532886"/>
                </a:lnTo>
                <a:cubicBezTo>
                  <a:pt x="8592859" y="5544240"/>
                  <a:pt x="8601988" y="5556245"/>
                  <a:pt x="8601988" y="5568900"/>
                </a:cubicBezTo>
                <a:cubicBezTo>
                  <a:pt x="8601988" y="5576710"/>
                  <a:pt x="8598887" y="5583211"/>
                  <a:pt x="8592686" y="5588401"/>
                </a:cubicBezTo>
                <a:cubicBezTo>
                  <a:pt x="8586485" y="5593592"/>
                  <a:pt x="8578721" y="5596187"/>
                  <a:pt x="8569394" y="5596187"/>
                </a:cubicBezTo>
                <a:cubicBezTo>
                  <a:pt x="8548261" y="5596187"/>
                  <a:pt x="8529657" y="5586004"/>
                  <a:pt x="8513584" y="5565640"/>
                </a:cubicBezTo>
                <a:lnTo>
                  <a:pt x="8513584" y="5603442"/>
                </a:lnTo>
                <a:cubicBezTo>
                  <a:pt x="8530451" y="5616068"/>
                  <a:pt x="8549153" y="5622380"/>
                  <a:pt x="8569692" y="5622380"/>
                </a:cubicBezTo>
                <a:cubicBezTo>
                  <a:pt x="8587551" y="5622380"/>
                  <a:pt x="8602062" y="5617172"/>
                  <a:pt x="8613224" y="5606754"/>
                </a:cubicBezTo>
                <a:cubicBezTo>
                  <a:pt x="8624386" y="5596336"/>
                  <a:pt x="8629967" y="5582792"/>
                  <a:pt x="8629967" y="5566123"/>
                </a:cubicBezTo>
                <a:cubicBezTo>
                  <a:pt x="8629967" y="5542708"/>
                  <a:pt x="8617287" y="5523427"/>
                  <a:pt x="8591928" y="5508280"/>
                </a:cubicBezTo>
                <a:lnTo>
                  <a:pt x="8569194" y="5494828"/>
                </a:lnTo>
                <a:cubicBezTo>
                  <a:pt x="8558990" y="5488848"/>
                  <a:pt x="8551586" y="5483141"/>
                  <a:pt x="8546981" y="5477706"/>
                </a:cubicBezTo>
                <a:cubicBezTo>
                  <a:pt x="8542377" y="5472270"/>
                  <a:pt x="8540075" y="5466439"/>
                  <a:pt x="8540075" y="5460211"/>
                </a:cubicBezTo>
                <a:cubicBezTo>
                  <a:pt x="8540075" y="5453195"/>
                  <a:pt x="8543200" y="5447438"/>
                  <a:pt x="8549451" y="5442941"/>
                </a:cubicBezTo>
                <a:cubicBezTo>
                  <a:pt x="8555702" y="5438445"/>
                  <a:pt x="8563689" y="5436196"/>
                  <a:pt x="8573413" y="5436196"/>
                </a:cubicBezTo>
                <a:cubicBezTo>
                  <a:pt x="8590677" y="5436196"/>
                  <a:pt x="8606800" y="5443402"/>
                  <a:pt x="8621782" y="5457814"/>
                </a:cubicBezTo>
                <a:lnTo>
                  <a:pt x="8621782" y="5424030"/>
                </a:lnTo>
                <a:cubicBezTo>
                  <a:pt x="8607296" y="5414282"/>
                  <a:pt x="8591371" y="5409407"/>
                  <a:pt x="8574008" y="5409407"/>
                </a:cubicBezTo>
                <a:close/>
                <a:moveTo>
                  <a:pt x="8323084" y="5409407"/>
                </a:moveTo>
                <a:cubicBezTo>
                  <a:pt x="8290937" y="5409407"/>
                  <a:pt x="8264197" y="5419726"/>
                  <a:pt x="8242865" y="5440364"/>
                </a:cubicBezTo>
                <a:cubicBezTo>
                  <a:pt x="8221533" y="5461001"/>
                  <a:pt x="8210867" y="5486848"/>
                  <a:pt x="8210867" y="5517903"/>
                </a:cubicBezTo>
                <a:cubicBezTo>
                  <a:pt x="8210867" y="5547371"/>
                  <a:pt x="8221161" y="5572151"/>
                  <a:pt x="8241749" y="5592243"/>
                </a:cubicBezTo>
                <a:cubicBezTo>
                  <a:pt x="8262337" y="5612335"/>
                  <a:pt x="8289845" y="5622380"/>
                  <a:pt x="8324274" y="5622380"/>
                </a:cubicBezTo>
                <a:cubicBezTo>
                  <a:pt x="8349476" y="5622380"/>
                  <a:pt x="8374876" y="5616824"/>
                  <a:pt x="8400474" y="5605712"/>
                </a:cubicBezTo>
                <a:lnTo>
                  <a:pt x="8400474" y="5517605"/>
                </a:lnTo>
                <a:lnTo>
                  <a:pt x="8330674" y="5517605"/>
                </a:lnTo>
                <a:lnTo>
                  <a:pt x="8330674" y="5544097"/>
                </a:lnTo>
                <a:lnTo>
                  <a:pt x="8370709" y="5544097"/>
                </a:lnTo>
                <a:lnTo>
                  <a:pt x="8370709" y="5587406"/>
                </a:lnTo>
                <a:lnTo>
                  <a:pt x="8367881" y="5588299"/>
                </a:lnTo>
                <a:cubicBezTo>
                  <a:pt x="8351311" y="5593756"/>
                  <a:pt x="8337073" y="5596484"/>
                  <a:pt x="8325167" y="5596484"/>
                </a:cubicBezTo>
                <a:cubicBezTo>
                  <a:pt x="8300660" y="5596484"/>
                  <a:pt x="8280618" y="5588993"/>
                  <a:pt x="8265041" y="5574011"/>
                </a:cubicBezTo>
                <a:cubicBezTo>
                  <a:pt x="8249463" y="5559029"/>
                  <a:pt x="8241675" y="5539731"/>
                  <a:pt x="8241675" y="5516117"/>
                </a:cubicBezTo>
                <a:cubicBezTo>
                  <a:pt x="8241675" y="5493595"/>
                  <a:pt x="8249463" y="5474594"/>
                  <a:pt x="8265041" y="5459116"/>
                </a:cubicBezTo>
                <a:cubicBezTo>
                  <a:pt x="8280618" y="5443638"/>
                  <a:pt x="8299767" y="5435899"/>
                  <a:pt x="8322488" y="5435899"/>
                </a:cubicBezTo>
                <a:cubicBezTo>
                  <a:pt x="8346896" y="5435899"/>
                  <a:pt x="8371502" y="5443092"/>
                  <a:pt x="8396307" y="5457479"/>
                </a:cubicBezTo>
                <a:lnTo>
                  <a:pt x="8396307" y="5427118"/>
                </a:lnTo>
                <a:cubicBezTo>
                  <a:pt x="8380234" y="5420371"/>
                  <a:pt x="8366938" y="5415733"/>
                  <a:pt x="8356421" y="5413203"/>
                </a:cubicBezTo>
                <a:cubicBezTo>
                  <a:pt x="8345904" y="5410672"/>
                  <a:pt x="8334791" y="5409407"/>
                  <a:pt x="8323084" y="5409407"/>
                </a:cubicBezTo>
                <a:close/>
                <a:moveTo>
                  <a:pt x="7230983" y="5409407"/>
                </a:moveTo>
                <a:cubicBezTo>
                  <a:pt x="7212826" y="5409407"/>
                  <a:pt x="7198067" y="5414517"/>
                  <a:pt x="7186707" y="5424737"/>
                </a:cubicBezTo>
                <a:cubicBezTo>
                  <a:pt x="7175346" y="5434956"/>
                  <a:pt x="7169666" y="5448252"/>
                  <a:pt x="7169666" y="5464623"/>
                </a:cubicBezTo>
                <a:cubicBezTo>
                  <a:pt x="7169666" y="5475537"/>
                  <a:pt x="7172667" y="5485186"/>
                  <a:pt x="7178670" y="5493570"/>
                </a:cubicBezTo>
                <a:cubicBezTo>
                  <a:pt x="7184673" y="5501954"/>
                  <a:pt x="7194768" y="5510478"/>
                  <a:pt x="7208956" y="5519143"/>
                </a:cubicBezTo>
                <a:lnTo>
                  <a:pt x="7231578" y="5532886"/>
                </a:lnTo>
                <a:cubicBezTo>
                  <a:pt x="7249835" y="5544240"/>
                  <a:pt x="7258963" y="5556245"/>
                  <a:pt x="7258963" y="5568900"/>
                </a:cubicBezTo>
                <a:cubicBezTo>
                  <a:pt x="7258963" y="5576710"/>
                  <a:pt x="7255862" y="5583211"/>
                  <a:pt x="7249661" y="5588401"/>
                </a:cubicBezTo>
                <a:cubicBezTo>
                  <a:pt x="7243460" y="5593592"/>
                  <a:pt x="7235696" y="5596187"/>
                  <a:pt x="7226369" y="5596187"/>
                </a:cubicBezTo>
                <a:cubicBezTo>
                  <a:pt x="7205236" y="5596187"/>
                  <a:pt x="7186632" y="5586004"/>
                  <a:pt x="7170559" y="5565640"/>
                </a:cubicBezTo>
                <a:lnTo>
                  <a:pt x="7170559" y="5603442"/>
                </a:lnTo>
                <a:cubicBezTo>
                  <a:pt x="7187426" y="5616068"/>
                  <a:pt x="7206129" y="5622380"/>
                  <a:pt x="7226667" y="5622380"/>
                </a:cubicBezTo>
                <a:cubicBezTo>
                  <a:pt x="7244526" y="5622380"/>
                  <a:pt x="7259037" y="5617172"/>
                  <a:pt x="7270199" y="5606754"/>
                </a:cubicBezTo>
                <a:cubicBezTo>
                  <a:pt x="7281361" y="5596336"/>
                  <a:pt x="7286942" y="5582792"/>
                  <a:pt x="7286942" y="5566123"/>
                </a:cubicBezTo>
                <a:cubicBezTo>
                  <a:pt x="7286942" y="5542708"/>
                  <a:pt x="7274263" y="5523427"/>
                  <a:pt x="7248903" y="5508280"/>
                </a:cubicBezTo>
                <a:lnTo>
                  <a:pt x="7226169" y="5494828"/>
                </a:lnTo>
                <a:cubicBezTo>
                  <a:pt x="7215965" y="5488848"/>
                  <a:pt x="7208561" y="5483141"/>
                  <a:pt x="7203957" y="5477706"/>
                </a:cubicBezTo>
                <a:cubicBezTo>
                  <a:pt x="7199352" y="5472270"/>
                  <a:pt x="7197050" y="5466439"/>
                  <a:pt x="7197050" y="5460211"/>
                </a:cubicBezTo>
                <a:cubicBezTo>
                  <a:pt x="7197050" y="5453195"/>
                  <a:pt x="7200176" y="5447438"/>
                  <a:pt x="7206426" y="5442941"/>
                </a:cubicBezTo>
                <a:cubicBezTo>
                  <a:pt x="7212677" y="5438445"/>
                  <a:pt x="7220664" y="5436196"/>
                  <a:pt x="7230388" y="5436196"/>
                </a:cubicBezTo>
                <a:cubicBezTo>
                  <a:pt x="7247652" y="5436196"/>
                  <a:pt x="7263775" y="5443402"/>
                  <a:pt x="7278757" y="5457814"/>
                </a:cubicBezTo>
                <a:lnTo>
                  <a:pt x="7278757" y="5424030"/>
                </a:lnTo>
                <a:cubicBezTo>
                  <a:pt x="7264271" y="5414282"/>
                  <a:pt x="7248346" y="5409407"/>
                  <a:pt x="7230983" y="5409407"/>
                </a:cubicBezTo>
                <a:close/>
                <a:moveTo>
                  <a:pt x="6790749" y="5165627"/>
                </a:moveTo>
                <a:lnTo>
                  <a:pt x="6818580" y="5165627"/>
                </a:lnTo>
                <a:cubicBezTo>
                  <a:pt x="6833364" y="5165627"/>
                  <a:pt x="6844179" y="5166917"/>
                  <a:pt x="6851025" y="5169497"/>
                </a:cubicBezTo>
                <a:cubicBezTo>
                  <a:pt x="6857871" y="5172076"/>
                  <a:pt x="6863154" y="5175995"/>
                  <a:pt x="6866875" y="5181254"/>
                </a:cubicBezTo>
                <a:cubicBezTo>
                  <a:pt x="6870596" y="5186513"/>
                  <a:pt x="6872456" y="5192317"/>
                  <a:pt x="6872456" y="5198667"/>
                </a:cubicBezTo>
                <a:cubicBezTo>
                  <a:pt x="6872456" y="5204818"/>
                  <a:pt x="6870695" y="5210573"/>
                  <a:pt x="6867173" y="5215931"/>
                </a:cubicBezTo>
                <a:cubicBezTo>
                  <a:pt x="6863650" y="5221289"/>
                  <a:pt x="6858987" y="5225233"/>
                  <a:pt x="6853183" y="5227763"/>
                </a:cubicBezTo>
                <a:cubicBezTo>
                  <a:pt x="6847379" y="5230293"/>
                  <a:pt x="6836340" y="5231558"/>
                  <a:pt x="6820069" y="5231558"/>
                </a:cubicBezTo>
                <a:lnTo>
                  <a:pt x="6790749" y="5231558"/>
                </a:lnTo>
                <a:close/>
                <a:moveTo>
                  <a:pt x="6790749" y="5076628"/>
                </a:moveTo>
                <a:lnTo>
                  <a:pt x="6816348" y="5076628"/>
                </a:lnTo>
                <a:cubicBezTo>
                  <a:pt x="6841748" y="5076628"/>
                  <a:pt x="6854448" y="5086599"/>
                  <a:pt x="6854448" y="5106542"/>
                </a:cubicBezTo>
                <a:cubicBezTo>
                  <a:pt x="6854448" y="5116166"/>
                  <a:pt x="6851099" y="5124005"/>
                  <a:pt x="6844402" y="5130057"/>
                </a:cubicBezTo>
                <a:cubicBezTo>
                  <a:pt x="6837705" y="5136109"/>
                  <a:pt x="6826419" y="5139136"/>
                  <a:pt x="6810544" y="5139136"/>
                </a:cubicBezTo>
                <a:lnTo>
                  <a:pt x="6790749" y="5139136"/>
                </a:lnTo>
                <a:close/>
                <a:moveTo>
                  <a:pt x="6909514" y="5050136"/>
                </a:moveTo>
                <a:lnTo>
                  <a:pt x="6986310" y="5148065"/>
                </a:lnTo>
                <a:lnTo>
                  <a:pt x="6986310" y="5258049"/>
                </a:lnTo>
                <a:lnTo>
                  <a:pt x="7016819" y="5258049"/>
                </a:lnTo>
                <a:lnTo>
                  <a:pt x="7016819" y="5148065"/>
                </a:lnTo>
                <a:lnTo>
                  <a:pt x="7093615" y="5050136"/>
                </a:lnTo>
                <a:lnTo>
                  <a:pt x="7057482" y="5050136"/>
                </a:lnTo>
                <a:lnTo>
                  <a:pt x="7001088" y="5121816"/>
                </a:lnTo>
                <a:lnTo>
                  <a:pt x="6945447" y="5050136"/>
                </a:lnTo>
                <a:close/>
                <a:moveTo>
                  <a:pt x="6760984" y="5050136"/>
                </a:moveTo>
                <a:lnTo>
                  <a:pt x="6760984" y="5258049"/>
                </a:lnTo>
                <a:lnTo>
                  <a:pt x="6831379" y="5258049"/>
                </a:lnTo>
                <a:cubicBezTo>
                  <a:pt x="6847254" y="5258049"/>
                  <a:pt x="6860475" y="5255420"/>
                  <a:pt x="6871042" y="5250161"/>
                </a:cubicBezTo>
                <a:cubicBezTo>
                  <a:pt x="6881609" y="5244903"/>
                  <a:pt x="6889621" y="5238106"/>
                  <a:pt x="6895078" y="5229772"/>
                </a:cubicBezTo>
                <a:cubicBezTo>
                  <a:pt x="6900535" y="5221438"/>
                  <a:pt x="6903263" y="5211962"/>
                  <a:pt x="6903263" y="5201346"/>
                </a:cubicBezTo>
                <a:cubicBezTo>
                  <a:pt x="6903263" y="5187951"/>
                  <a:pt x="6898774" y="5176442"/>
                  <a:pt x="6889795" y="5166818"/>
                </a:cubicBezTo>
                <a:cubicBezTo>
                  <a:pt x="6880815" y="5157193"/>
                  <a:pt x="6868735" y="5150943"/>
                  <a:pt x="6853555" y="5148065"/>
                </a:cubicBezTo>
                <a:cubicBezTo>
                  <a:pt x="6874688" y="5139235"/>
                  <a:pt x="6885255" y="5124600"/>
                  <a:pt x="6885255" y="5104161"/>
                </a:cubicBezTo>
                <a:cubicBezTo>
                  <a:pt x="6885255" y="5093545"/>
                  <a:pt x="6882725" y="5084193"/>
                  <a:pt x="6877665" y="5076107"/>
                </a:cubicBezTo>
                <a:cubicBezTo>
                  <a:pt x="6872605" y="5068021"/>
                  <a:pt x="6865263" y="5061671"/>
                  <a:pt x="6855638" y="5057057"/>
                </a:cubicBezTo>
                <a:cubicBezTo>
                  <a:pt x="6846014" y="5052443"/>
                  <a:pt x="6832620" y="5050136"/>
                  <a:pt x="6815455" y="5050136"/>
                </a:cubicBezTo>
                <a:close/>
                <a:moveTo>
                  <a:pt x="4995195" y="1886728"/>
                </a:moveTo>
                <a:lnTo>
                  <a:pt x="4960866" y="1988703"/>
                </a:lnTo>
                <a:lnTo>
                  <a:pt x="5029523" y="1988703"/>
                </a:lnTo>
                <a:lnTo>
                  <a:pt x="4996204" y="1886728"/>
                </a:lnTo>
                <a:close/>
                <a:moveTo>
                  <a:pt x="6274373" y="1865525"/>
                </a:moveTo>
                <a:lnTo>
                  <a:pt x="6274373" y="2080581"/>
                </a:lnTo>
                <a:lnTo>
                  <a:pt x="6300120" y="2080581"/>
                </a:lnTo>
                <a:cubicBezTo>
                  <a:pt x="6329063" y="2080581"/>
                  <a:pt x="6350770" y="2071915"/>
                  <a:pt x="6365242" y="2054582"/>
                </a:cubicBezTo>
                <a:cubicBezTo>
                  <a:pt x="6379714" y="2037250"/>
                  <a:pt x="6386949" y="2010578"/>
                  <a:pt x="6386949" y="1974568"/>
                </a:cubicBezTo>
                <a:cubicBezTo>
                  <a:pt x="6386949" y="1935528"/>
                  <a:pt x="6379714" y="1907594"/>
                  <a:pt x="6365242" y="1890766"/>
                </a:cubicBezTo>
                <a:cubicBezTo>
                  <a:pt x="6350770" y="1873939"/>
                  <a:pt x="6329736" y="1865525"/>
                  <a:pt x="6302139" y="1865525"/>
                </a:cubicBezTo>
                <a:close/>
                <a:moveTo>
                  <a:pt x="5731448" y="1865525"/>
                </a:moveTo>
                <a:lnTo>
                  <a:pt x="5731448" y="2080581"/>
                </a:lnTo>
                <a:lnTo>
                  <a:pt x="5757195" y="2080581"/>
                </a:lnTo>
                <a:cubicBezTo>
                  <a:pt x="5786138" y="2080581"/>
                  <a:pt x="5807845" y="2071915"/>
                  <a:pt x="5822317" y="2054582"/>
                </a:cubicBezTo>
                <a:cubicBezTo>
                  <a:pt x="5836789" y="2037250"/>
                  <a:pt x="5844025" y="2010578"/>
                  <a:pt x="5844025" y="1974568"/>
                </a:cubicBezTo>
                <a:cubicBezTo>
                  <a:pt x="5844025" y="1935528"/>
                  <a:pt x="5836789" y="1907594"/>
                  <a:pt x="5822317" y="1890766"/>
                </a:cubicBezTo>
                <a:cubicBezTo>
                  <a:pt x="5807845" y="1873939"/>
                  <a:pt x="5786811" y="1865525"/>
                  <a:pt x="5759214" y="1865525"/>
                </a:cubicBezTo>
                <a:close/>
                <a:moveTo>
                  <a:pt x="8808024" y="1860477"/>
                </a:moveTo>
                <a:lnTo>
                  <a:pt x="8831751" y="1860477"/>
                </a:lnTo>
                <a:cubicBezTo>
                  <a:pt x="8863386" y="1860477"/>
                  <a:pt x="8879204" y="1874612"/>
                  <a:pt x="8879204" y="1902882"/>
                </a:cubicBezTo>
                <a:cubicBezTo>
                  <a:pt x="8879204" y="1920383"/>
                  <a:pt x="8874492" y="1931826"/>
                  <a:pt x="8865069" y="1937211"/>
                </a:cubicBezTo>
                <a:cubicBezTo>
                  <a:pt x="8855645" y="1942595"/>
                  <a:pt x="8844203" y="1945288"/>
                  <a:pt x="8830741" y="1945288"/>
                </a:cubicBezTo>
                <a:lnTo>
                  <a:pt x="8808024" y="1945288"/>
                </a:lnTo>
                <a:close/>
                <a:moveTo>
                  <a:pt x="4436049" y="1860477"/>
                </a:moveTo>
                <a:lnTo>
                  <a:pt x="4436049" y="1945288"/>
                </a:lnTo>
                <a:lnTo>
                  <a:pt x="4458766" y="1945288"/>
                </a:lnTo>
                <a:cubicBezTo>
                  <a:pt x="4472228" y="1945288"/>
                  <a:pt x="4483670" y="1942595"/>
                  <a:pt x="4493094" y="1937211"/>
                </a:cubicBezTo>
                <a:cubicBezTo>
                  <a:pt x="4502517" y="1931826"/>
                  <a:pt x="4507229" y="1920383"/>
                  <a:pt x="4507229" y="1902882"/>
                </a:cubicBezTo>
                <a:cubicBezTo>
                  <a:pt x="4507229" y="1874612"/>
                  <a:pt x="4491411" y="1860477"/>
                  <a:pt x="4459776" y="1860477"/>
                </a:cubicBezTo>
                <a:close/>
                <a:moveTo>
                  <a:pt x="1902400" y="1860477"/>
                </a:moveTo>
                <a:lnTo>
                  <a:pt x="1902400" y="1945288"/>
                </a:lnTo>
                <a:lnTo>
                  <a:pt x="1925117" y="1945288"/>
                </a:lnTo>
                <a:cubicBezTo>
                  <a:pt x="1938578" y="1945288"/>
                  <a:pt x="1950021" y="1942595"/>
                  <a:pt x="1959445" y="1937211"/>
                </a:cubicBezTo>
                <a:cubicBezTo>
                  <a:pt x="1968868" y="1931826"/>
                  <a:pt x="1973580" y="1920383"/>
                  <a:pt x="1973580" y="1902882"/>
                </a:cubicBezTo>
                <a:cubicBezTo>
                  <a:pt x="1973580" y="1874612"/>
                  <a:pt x="1957762" y="1860477"/>
                  <a:pt x="1926126" y="1860477"/>
                </a:cubicBezTo>
                <a:close/>
                <a:moveTo>
                  <a:pt x="1577035" y="1859972"/>
                </a:moveTo>
                <a:lnTo>
                  <a:pt x="1577035" y="1945288"/>
                </a:lnTo>
                <a:lnTo>
                  <a:pt x="1603286" y="1945288"/>
                </a:lnTo>
                <a:cubicBezTo>
                  <a:pt x="1616411" y="1945288"/>
                  <a:pt x="1627181" y="1942427"/>
                  <a:pt x="1635595" y="1936706"/>
                </a:cubicBezTo>
                <a:cubicBezTo>
                  <a:pt x="1644008" y="1930984"/>
                  <a:pt x="1648215" y="1919878"/>
                  <a:pt x="1648215" y="1903387"/>
                </a:cubicBezTo>
                <a:cubicBezTo>
                  <a:pt x="1648215" y="1887906"/>
                  <a:pt x="1644429" y="1876800"/>
                  <a:pt x="1636857" y="1870068"/>
                </a:cubicBezTo>
                <a:cubicBezTo>
                  <a:pt x="1629284" y="1863338"/>
                  <a:pt x="1618262" y="1859972"/>
                  <a:pt x="1603791" y="1859972"/>
                </a:cubicBezTo>
                <a:close/>
                <a:moveTo>
                  <a:pt x="8451455" y="1853914"/>
                </a:moveTo>
                <a:cubicBezTo>
                  <a:pt x="8502274" y="1853914"/>
                  <a:pt x="8527684" y="1891944"/>
                  <a:pt x="8527684" y="1968005"/>
                </a:cubicBezTo>
                <a:cubicBezTo>
                  <a:pt x="8527684" y="2009400"/>
                  <a:pt x="8521626" y="2040279"/>
                  <a:pt x="8509510" y="2060640"/>
                </a:cubicBezTo>
                <a:cubicBezTo>
                  <a:pt x="8497394" y="2081001"/>
                  <a:pt x="8477875" y="2091182"/>
                  <a:pt x="8450950" y="2091182"/>
                </a:cubicBezTo>
                <a:cubicBezTo>
                  <a:pt x="8425036" y="2091182"/>
                  <a:pt x="8405516" y="2081422"/>
                  <a:pt x="8392390" y="2061902"/>
                </a:cubicBezTo>
                <a:cubicBezTo>
                  <a:pt x="8379265" y="2042382"/>
                  <a:pt x="8372703" y="2013439"/>
                  <a:pt x="8372703" y="1975072"/>
                </a:cubicBezTo>
                <a:cubicBezTo>
                  <a:pt x="8372703" y="1936706"/>
                  <a:pt x="8379434" y="1906921"/>
                  <a:pt x="8392896" y="1885718"/>
                </a:cubicBezTo>
                <a:cubicBezTo>
                  <a:pt x="8406358" y="1864516"/>
                  <a:pt x="8425878" y="1853914"/>
                  <a:pt x="8451455" y="1853914"/>
                </a:cubicBezTo>
                <a:close/>
                <a:moveTo>
                  <a:pt x="4079480" y="1853914"/>
                </a:moveTo>
                <a:cubicBezTo>
                  <a:pt x="4053903" y="1853914"/>
                  <a:pt x="4034383" y="1864516"/>
                  <a:pt x="4020921" y="1885718"/>
                </a:cubicBezTo>
                <a:cubicBezTo>
                  <a:pt x="4007459" y="1906921"/>
                  <a:pt x="4000728" y="1936706"/>
                  <a:pt x="4000728" y="1975072"/>
                </a:cubicBezTo>
                <a:cubicBezTo>
                  <a:pt x="4000728" y="2013439"/>
                  <a:pt x="4007290" y="2042382"/>
                  <a:pt x="4020416" y="2061902"/>
                </a:cubicBezTo>
                <a:cubicBezTo>
                  <a:pt x="4033541" y="2081422"/>
                  <a:pt x="4053061" y="2091182"/>
                  <a:pt x="4078976" y="2091182"/>
                </a:cubicBezTo>
                <a:cubicBezTo>
                  <a:pt x="4105900" y="2091182"/>
                  <a:pt x="4125419" y="2081001"/>
                  <a:pt x="4137535" y="2060640"/>
                </a:cubicBezTo>
                <a:cubicBezTo>
                  <a:pt x="4149652" y="2040279"/>
                  <a:pt x="4155709" y="2009400"/>
                  <a:pt x="4155709" y="1968005"/>
                </a:cubicBezTo>
                <a:cubicBezTo>
                  <a:pt x="4155709" y="1891944"/>
                  <a:pt x="4130299" y="1853914"/>
                  <a:pt x="4079480" y="1853914"/>
                </a:cubicBezTo>
                <a:close/>
                <a:moveTo>
                  <a:pt x="8678789" y="1795859"/>
                </a:moveTo>
                <a:lnTo>
                  <a:pt x="8678789" y="1852905"/>
                </a:lnTo>
                <a:lnTo>
                  <a:pt x="8689390" y="1852905"/>
                </a:lnTo>
                <a:cubicBezTo>
                  <a:pt x="8698140" y="1852905"/>
                  <a:pt x="8704198" y="1854167"/>
                  <a:pt x="8707564" y="1856691"/>
                </a:cubicBezTo>
                <a:cubicBezTo>
                  <a:pt x="8710929" y="1859215"/>
                  <a:pt x="8712612" y="1864684"/>
                  <a:pt x="8712612" y="1873098"/>
                </a:cubicBezTo>
                <a:lnTo>
                  <a:pt x="8712612" y="2074018"/>
                </a:lnTo>
                <a:cubicBezTo>
                  <a:pt x="8712612" y="2080749"/>
                  <a:pt x="8711266" y="2085377"/>
                  <a:pt x="8708573" y="2087901"/>
                </a:cubicBezTo>
                <a:cubicBezTo>
                  <a:pt x="8705881" y="2090425"/>
                  <a:pt x="8699991" y="2091687"/>
                  <a:pt x="8690904" y="2091687"/>
                </a:cubicBezTo>
                <a:lnTo>
                  <a:pt x="8678789" y="2091687"/>
                </a:lnTo>
                <a:lnTo>
                  <a:pt x="8678789" y="2148732"/>
                </a:lnTo>
                <a:lnTo>
                  <a:pt x="8838313" y="2148732"/>
                </a:lnTo>
                <a:lnTo>
                  <a:pt x="8838313" y="2091687"/>
                </a:lnTo>
                <a:lnTo>
                  <a:pt x="8825188" y="2091687"/>
                </a:lnTo>
                <a:cubicBezTo>
                  <a:pt x="8818456" y="2091687"/>
                  <a:pt x="8813914" y="2090846"/>
                  <a:pt x="8811558" y="2089163"/>
                </a:cubicBezTo>
                <a:cubicBezTo>
                  <a:pt x="8809202" y="2087480"/>
                  <a:pt x="8808024" y="2084451"/>
                  <a:pt x="8808024" y="2080076"/>
                </a:cubicBezTo>
                <a:lnTo>
                  <a:pt x="8808024" y="2009400"/>
                </a:lnTo>
                <a:lnTo>
                  <a:pt x="8843866" y="2009400"/>
                </a:lnTo>
                <a:lnTo>
                  <a:pt x="8903436" y="2148732"/>
                </a:lnTo>
                <a:lnTo>
                  <a:pt x="9019546" y="2148732"/>
                </a:lnTo>
                <a:lnTo>
                  <a:pt x="9019546" y="2091687"/>
                </a:lnTo>
                <a:lnTo>
                  <a:pt x="9010964" y="2091687"/>
                </a:lnTo>
                <a:cubicBezTo>
                  <a:pt x="9001540" y="2091687"/>
                  <a:pt x="8994304" y="2089836"/>
                  <a:pt x="8989256" y="2086134"/>
                </a:cubicBezTo>
                <a:cubicBezTo>
                  <a:pt x="8984208" y="2082432"/>
                  <a:pt x="8978991" y="2075364"/>
                  <a:pt x="8973606" y="2064931"/>
                </a:cubicBezTo>
                <a:lnTo>
                  <a:pt x="8932211" y="1984159"/>
                </a:lnTo>
                <a:cubicBezTo>
                  <a:pt x="8957452" y="1964976"/>
                  <a:pt x="8970073" y="1937211"/>
                  <a:pt x="8970073" y="1900863"/>
                </a:cubicBezTo>
                <a:cubicBezTo>
                  <a:pt x="8970073" y="1882353"/>
                  <a:pt x="8966707" y="1866114"/>
                  <a:pt x="8959976" y="1852147"/>
                </a:cubicBezTo>
                <a:cubicBezTo>
                  <a:pt x="8953245" y="1838181"/>
                  <a:pt x="8944663" y="1826822"/>
                  <a:pt x="8934230" y="1818072"/>
                </a:cubicBezTo>
                <a:cubicBezTo>
                  <a:pt x="8924134" y="1809658"/>
                  <a:pt x="8912270" y="1803853"/>
                  <a:pt x="8898640" y="1800655"/>
                </a:cubicBezTo>
                <a:cubicBezTo>
                  <a:pt x="8885010" y="1797458"/>
                  <a:pt x="8867930" y="1795859"/>
                  <a:pt x="8847400" y="1795859"/>
                </a:cubicBezTo>
                <a:close/>
                <a:moveTo>
                  <a:pt x="7910226" y="1795859"/>
                </a:moveTo>
                <a:lnTo>
                  <a:pt x="7910226" y="1912474"/>
                </a:lnTo>
                <a:lnTo>
                  <a:pt x="7983425" y="1912474"/>
                </a:lnTo>
                <a:lnTo>
                  <a:pt x="7983425" y="1882185"/>
                </a:lnTo>
                <a:cubicBezTo>
                  <a:pt x="7983425" y="1874107"/>
                  <a:pt x="7984519" y="1869143"/>
                  <a:pt x="7986706" y="1867292"/>
                </a:cubicBezTo>
                <a:cubicBezTo>
                  <a:pt x="7988895" y="1865441"/>
                  <a:pt x="7994195" y="1864516"/>
                  <a:pt x="8002608" y="1864516"/>
                </a:cubicBezTo>
                <a:lnTo>
                  <a:pt x="8030879" y="1864516"/>
                </a:lnTo>
                <a:lnTo>
                  <a:pt x="8030879" y="2073008"/>
                </a:lnTo>
                <a:cubicBezTo>
                  <a:pt x="8030879" y="2079739"/>
                  <a:pt x="8029533" y="2084535"/>
                  <a:pt x="8026840" y="2087396"/>
                </a:cubicBezTo>
                <a:cubicBezTo>
                  <a:pt x="8024148" y="2090257"/>
                  <a:pt x="8018258" y="2091687"/>
                  <a:pt x="8009171" y="2091687"/>
                </a:cubicBezTo>
                <a:lnTo>
                  <a:pt x="7991502" y="2091687"/>
                </a:lnTo>
                <a:lnTo>
                  <a:pt x="7991502" y="2148732"/>
                </a:lnTo>
                <a:lnTo>
                  <a:pt x="8166677" y="2148732"/>
                </a:lnTo>
                <a:lnTo>
                  <a:pt x="8166677" y="2091687"/>
                </a:lnTo>
                <a:lnTo>
                  <a:pt x="8156580" y="2091687"/>
                </a:lnTo>
                <a:cubicBezTo>
                  <a:pt x="8144801" y="2091687"/>
                  <a:pt x="8137144" y="2090593"/>
                  <a:pt x="8133611" y="2088406"/>
                </a:cubicBezTo>
                <a:cubicBezTo>
                  <a:pt x="8130077" y="2086218"/>
                  <a:pt x="8128310" y="2080581"/>
                  <a:pt x="8128310" y="2071494"/>
                </a:cubicBezTo>
                <a:lnTo>
                  <a:pt x="8128310" y="1864516"/>
                </a:lnTo>
                <a:lnTo>
                  <a:pt x="8157590" y="1864516"/>
                </a:lnTo>
                <a:cubicBezTo>
                  <a:pt x="8165331" y="1864516"/>
                  <a:pt x="8170295" y="1865441"/>
                  <a:pt x="8172482" y="1867292"/>
                </a:cubicBezTo>
                <a:cubicBezTo>
                  <a:pt x="8174670" y="1869143"/>
                  <a:pt x="8175764" y="1873266"/>
                  <a:pt x="8175764" y="1879660"/>
                </a:cubicBezTo>
                <a:lnTo>
                  <a:pt x="8175764" y="1912474"/>
                </a:lnTo>
                <a:lnTo>
                  <a:pt x="8248963" y="1912474"/>
                </a:lnTo>
                <a:lnTo>
                  <a:pt x="8248963" y="1795859"/>
                </a:lnTo>
                <a:close/>
                <a:moveTo>
                  <a:pt x="7230484" y="1795859"/>
                </a:moveTo>
                <a:lnTo>
                  <a:pt x="7312993" y="1795859"/>
                </a:lnTo>
                <a:lnTo>
                  <a:pt x="7316926" y="1911391"/>
                </a:lnTo>
                <a:cubicBezTo>
                  <a:pt x="7315553" y="1981335"/>
                  <a:pt x="7310565" y="2051779"/>
                  <a:pt x="7302332" y="2122685"/>
                </a:cubicBezTo>
                <a:lnTo>
                  <a:pt x="7298187" y="2148732"/>
                </a:lnTo>
                <a:lnTo>
                  <a:pt x="7230484" y="2148732"/>
                </a:lnTo>
                <a:lnTo>
                  <a:pt x="7230484" y="2091687"/>
                </a:lnTo>
                <a:lnTo>
                  <a:pt x="7241085" y="2091687"/>
                </a:lnTo>
                <a:cubicBezTo>
                  <a:pt x="7250845" y="2091687"/>
                  <a:pt x="7257072" y="2090509"/>
                  <a:pt x="7259764" y="2088153"/>
                </a:cubicBezTo>
                <a:cubicBezTo>
                  <a:pt x="7262456" y="2085797"/>
                  <a:pt x="7263803" y="2080412"/>
                  <a:pt x="7263803" y="2071999"/>
                </a:cubicBezTo>
                <a:lnTo>
                  <a:pt x="7263803" y="1871583"/>
                </a:lnTo>
                <a:cubicBezTo>
                  <a:pt x="7263803" y="1863843"/>
                  <a:pt x="7262204" y="1858794"/>
                  <a:pt x="7259006" y="1856438"/>
                </a:cubicBezTo>
                <a:cubicBezTo>
                  <a:pt x="7255809" y="1854083"/>
                  <a:pt x="7249835" y="1852905"/>
                  <a:pt x="7241085" y="1852905"/>
                </a:cubicBezTo>
                <a:lnTo>
                  <a:pt x="7230484" y="1852905"/>
                </a:lnTo>
                <a:close/>
                <a:moveTo>
                  <a:pt x="6852951" y="1795859"/>
                </a:moveTo>
                <a:lnTo>
                  <a:pt x="7191689" y="1795859"/>
                </a:lnTo>
                <a:lnTo>
                  <a:pt x="7191689" y="1912474"/>
                </a:lnTo>
                <a:lnTo>
                  <a:pt x="7118489" y="1912474"/>
                </a:lnTo>
                <a:lnTo>
                  <a:pt x="7118489" y="1879660"/>
                </a:lnTo>
                <a:cubicBezTo>
                  <a:pt x="7118489" y="1873266"/>
                  <a:pt x="7117395" y="1869143"/>
                  <a:pt x="7115208" y="1867292"/>
                </a:cubicBezTo>
                <a:cubicBezTo>
                  <a:pt x="7113020" y="1865441"/>
                  <a:pt x="7108056" y="1864516"/>
                  <a:pt x="7100315" y="1864516"/>
                </a:cubicBezTo>
                <a:lnTo>
                  <a:pt x="7071036" y="1864516"/>
                </a:lnTo>
                <a:lnTo>
                  <a:pt x="7071036" y="2071494"/>
                </a:lnTo>
                <a:cubicBezTo>
                  <a:pt x="7071036" y="2080581"/>
                  <a:pt x="7072803" y="2086218"/>
                  <a:pt x="7076336" y="2088406"/>
                </a:cubicBezTo>
                <a:cubicBezTo>
                  <a:pt x="7079870" y="2090593"/>
                  <a:pt x="7087526" y="2091687"/>
                  <a:pt x="7099306" y="2091687"/>
                </a:cubicBezTo>
                <a:lnTo>
                  <a:pt x="7109402" y="2091687"/>
                </a:lnTo>
                <a:lnTo>
                  <a:pt x="7109402" y="2148732"/>
                </a:lnTo>
                <a:lnTo>
                  <a:pt x="6934228" y="2148732"/>
                </a:lnTo>
                <a:lnTo>
                  <a:pt x="6934228" y="2091687"/>
                </a:lnTo>
                <a:lnTo>
                  <a:pt x="6951897" y="2091687"/>
                </a:lnTo>
                <a:cubicBezTo>
                  <a:pt x="6960984" y="2091687"/>
                  <a:pt x="6966873" y="2090257"/>
                  <a:pt x="6969566" y="2087396"/>
                </a:cubicBezTo>
                <a:cubicBezTo>
                  <a:pt x="6972258" y="2084535"/>
                  <a:pt x="6973605" y="2079739"/>
                  <a:pt x="6973605" y="2073008"/>
                </a:cubicBezTo>
                <a:lnTo>
                  <a:pt x="6973605" y="1864516"/>
                </a:lnTo>
                <a:lnTo>
                  <a:pt x="6945334" y="1864516"/>
                </a:lnTo>
                <a:cubicBezTo>
                  <a:pt x="6936920" y="1864516"/>
                  <a:pt x="6931619" y="1865441"/>
                  <a:pt x="6929432" y="1867292"/>
                </a:cubicBezTo>
                <a:cubicBezTo>
                  <a:pt x="6927244" y="1869143"/>
                  <a:pt x="6926151" y="1874107"/>
                  <a:pt x="6926151" y="1882185"/>
                </a:cubicBezTo>
                <a:lnTo>
                  <a:pt x="6926151" y="1912474"/>
                </a:lnTo>
                <a:lnTo>
                  <a:pt x="6852951" y="1912474"/>
                </a:lnTo>
                <a:close/>
                <a:moveTo>
                  <a:pt x="6535158" y="1795859"/>
                </a:moveTo>
                <a:lnTo>
                  <a:pt x="6812813" y="1795859"/>
                </a:lnTo>
                <a:lnTo>
                  <a:pt x="6812813" y="1900863"/>
                </a:lnTo>
                <a:lnTo>
                  <a:pt x="6740118" y="1900863"/>
                </a:lnTo>
                <a:lnTo>
                  <a:pt x="6740118" y="1884709"/>
                </a:lnTo>
                <a:cubicBezTo>
                  <a:pt x="6740118" y="1876968"/>
                  <a:pt x="6738771" y="1871667"/>
                  <a:pt x="6736080" y="1868807"/>
                </a:cubicBezTo>
                <a:cubicBezTo>
                  <a:pt x="6733387" y="1865946"/>
                  <a:pt x="6728507" y="1864516"/>
                  <a:pt x="6721439" y="1864516"/>
                </a:cubicBezTo>
                <a:lnTo>
                  <a:pt x="6666918" y="1864516"/>
                </a:lnTo>
                <a:lnTo>
                  <a:pt x="6666918" y="1932162"/>
                </a:lnTo>
                <a:lnTo>
                  <a:pt x="6770912" y="1932162"/>
                </a:lnTo>
                <a:lnTo>
                  <a:pt x="6770912" y="2003343"/>
                </a:lnTo>
                <a:lnTo>
                  <a:pt x="6666918" y="2003343"/>
                </a:lnTo>
                <a:lnTo>
                  <a:pt x="6666918" y="2080076"/>
                </a:lnTo>
                <a:lnTo>
                  <a:pt x="6722449" y="2080076"/>
                </a:lnTo>
                <a:cubicBezTo>
                  <a:pt x="6730189" y="2080076"/>
                  <a:pt x="6735659" y="2079319"/>
                  <a:pt x="6738856" y="2077804"/>
                </a:cubicBezTo>
                <a:cubicBezTo>
                  <a:pt x="6742053" y="2076290"/>
                  <a:pt x="6744072" y="2074018"/>
                  <a:pt x="6744914" y="2070989"/>
                </a:cubicBezTo>
                <a:cubicBezTo>
                  <a:pt x="6745755" y="2067960"/>
                  <a:pt x="6746176" y="2062912"/>
                  <a:pt x="6746176" y="2055844"/>
                </a:cubicBezTo>
                <a:lnTo>
                  <a:pt x="6746176" y="2039690"/>
                </a:lnTo>
                <a:lnTo>
                  <a:pt x="6818870" y="2039690"/>
                </a:lnTo>
                <a:lnTo>
                  <a:pt x="6818870" y="2148732"/>
                </a:lnTo>
                <a:lnTo>
                  <a:pt x="6535158" y="2148732"/>
                </a:lnTo>
                <a:lnTo>
                  <a:pt x="6535158" y="2091687"/>
                </a:lnTo>
                <a:lnTo>
                  <a:pt x="6545760" y="2091687"/>
                </a:lnTo>
                <a:cubicBezTo>
                  <a:pt x="6555520" y="2091687"/>
                  <a:pt x="6561746" y="2090509"/>
                  <a:pt x="6564438" y="2088153"/>
                </a:cubicBezTo>
                <a:cubicBezTo>
                  <a:pt x="6567131" y="2085797"/>
                  <a:pt x="6568477" y="2080412"/>
                  <a:pt x="6568477" y="2071999"/>
                </a:cubicBezTo>
                <a:lnTo>
                  <a:pt x="6568477" y="1871583"/>
                </a:lnTo>
                <a:cubicBezTo>
                  <a:pt x="6568477" y="1863843"/>
                  <a:pt x="6566878" y="1858794"/>
                  <a:pt x="6563681" y="1856438"/>
                </a:cubicBezTo>
                <a:cubicBezTo>
                  <a:pt x="6560484" y="1854083"/>
                  <a:pt x="6554510" y="1852905"/>
                  <a:pt x="6545760" y="1852905"/>
                </a:cubicBezTo>
                <a:lnTo>
                  <a:pt x="6535158" y="1852905"/>
                </a:lnTo>
                <a:close/>
                <a:moveTo>
                  <a:pt x="6145138" y="1795859"/>
                </a:moveTo>
                <a:lnTo>
                  <a:pt x="6316274" y="1795859"/>
                </a:lnTo>
                <a:cubicBezTo>
                  <a:pt x="6347573" y="1795859"/>
                  <a:pt x="6373824" y="1799898"/>
                  <a:pt x="6395027" y="1807975"/>
                </a:cubicBezTo>
                <a:cubicBezTo>
                  <a:pt x="6416229" y="1816052"/>
                  <a:pt x="6434066" y="1828336"/>
                  <a:pt x="6448538" y="1844827"/>
                </a:cubicBezTo>
                <a:cubicBezTo>
                  <a:pt x="6462673" y="1860982"/>
                  <a:pt x="6473275" y="1879324"/>
                  <a:pt x="6480342" y="1899853"/>
                </a:cubicBezTo>
                <a:cubicBezTo>
                  <a:pt x="6487409" y="1920383"/>
                  <a:pt x="6490943" y="1944110"/>
                  <a:pt x="6490943" y="1971034"/>
                </a:cubicBezTo>
                <a:cubicBezTo>
                  <a:pt x="6490943" y="1996948"/>
                  <a:pt x="6487157" y="2021096"/>
                  <a:pt x="6479585" y="2043476"/>
                </a:cubicBezTo>
                <a:cubicBezTo>
                  <a:pt x="6472013" y="2065857"/>
                  <a:pt x="6460991" y="2084956"/>
                  <a:pt x="6446519" y="2100773"/>
                </a:cubicBezTo>
                <a:cubicBezTo>
                  <a:pt x="6416902" y="2132746"/>
                  <a:pt x="6377021" y="2148732"/>
                  <a:pt x="6326875" y="2148732"/>
                </a:cubicBezTo>
                <a:lnTo>
                  <a:pt x="6145138" y="2148732"/>
                </a:lnTo>
                <a:lnTo>
                  <a:pt x="6145138" y="2091687"/>
                </a:lnTo>
                <a:lnTo>
                  <a:pt x="6149682" y="2091687"/>
                </a:lnTo>
                <a:cubicBezTo>
                  <a:pt x="6158432" y="2091687"/>
                  <a:pt x="6164742" y="2091266"/>
                  <a:pt x="6168613" y="2090425"/>
                </a:cubicBezTo>
                <a:cubicBezTo>
                  <a:pt x="6172483" y="2089583"/>
                  <a:pt x="6175175" y="2087816"/>
                  <a:pt x="6176690" y="2085124"/>
                </a:cubicBezTo>
                <a:cubicBezTo>
                  <a:pt x="6178204" y="2082432"/>
                  <a:pt x="6178962" y="2078057"/>
                  <a:pt x="6178962" y="2071999"/>
                </a:cubicBezTo>
                <a:lnTo>
                  <a:pt x="6178962" y="1873098"/>
                </a:lnTo>
                <a:cubicBezTo>
                  <a:pt x="6178962" y="1864347"/>
                  <a:pt x="6177279" y="1858794"/>
                  <a:pt x="6173913" y="1856438"/>
                </a:cubicBezTo>
                <a:cubicBezTo>
                  <a:pt x="6170548" y="1854083"/>
                  <a:pt x="6163480" y="1852905"/>
                  <a:pt x="6152711" y="1852905"/>
                </a:cubicBezTo>
                <a:lnTo>
                  <a:pt x="6145138" y="1852905"/>
                </a:lnTo>
                <a:close/>
                <a:moveTo>
                  <a:pt x="5602213" y="1795859"/>
                </a:moveTo>
                <a:lnTo>
                  <a:pt x="5773349" y="1795859"/>
                </a:lnTo>
                <a:cubicBezTo>
                  <a:pt x="5804648" y="1795859"/>
                  <a:pt x="5830899" y="1799898"/>
                  <a:pt x="5852102" y="1807975"/>
                </a:cubicBezTo>
                <a:cubicBezTo>
                  <a:pt x="5873304" y="1816052"/>
                  <a:pt x="5891141" y="1828336"/>
                  <a:pt x="5905613" y="1844827"/>
                </a:cubicBezTo>
                <a:cubicBezTo>
                  <a:pt x="5919748" y="1860982"/>
                  <a:pt x="5930350" y="1879324"/>
                  <a:pt x="5937417" y="1899853"/>
                </a:cubicBezTo>
                <a:cubicBezTo>
                  <a:pt x="5944485" y="1920383"/>
                  <a:pt x="5948018" y="1944110"/>
                  <a:pt x="5948018" y="1971034"/>
                </a:cubicBezTo>
                <a:cubicBezTo>
                  <a:pt x="5948018" y="1996948"/>
                  <a:pt x="5944232" y="2021096"/>
                  <a:pt x="5936660" y="2043476"/>
                </a:cubicBezTo>
                <a:cubicBezTo>
                  <a:pt x="5929088" y="2065857"/>
                  <a:pt x="5918066" y="2084956"/>
                  <a:pt x="5903594" y="2100773"/>
                </a:cubicBezTo>
                <a:cubicBezTo>
                  <a:pt x="5873978" y="2132746"/>
                  <a:pt x="5834096" y="2148732"/>
                  <a:pt x="5783951" y="2148732"/>
                </a:cubicBezTo>
                <a:lnTo>
                  <a:pt x="5602213" y="2148732"/>
                </a:lnTo>
                <a:lnTo>
                  <a:pt x="5602213" y="2091687"/>
                </a:lnTo>
                <a:lnTo>
                  <a:pt x="5606757" y="2091687"/>
                </a:lnTo>
                <a:cubicBezTo>
                  <a:pt x="5615507" y="2091687"/>
                  <a:pt x="5621817" y="2091266"/>
                  <a:pt x="5625688" y="2090425"/>
                </a:cubicBezTo>
                <a:cubicBezTo>
                  <a:pt x="5629558" y="2089583"/>
                  <a:pt x="5632250" y="2087816"/>
                  <a:pt x="5633765" y="2085124"/>
                </a:cubicBezTo>
                <a:cubicBezTo>
                  <a:pt x="5635279" y="2082432"/>
                  <a:pt x="5636037" y="2078057"/>
                  <a:pt x="5636037" y="2071999"/>
                </a:cubicBezTo>
                <a:lnTo>
                  <a:pt x="5636037" y="1873098"/>
                </a:lnTo>
                <a:cubicBezTo>
                  <a:pt x="5636037" y="1864347"/>
                  <a:pt x="5634354" y="1858794"/>
                  <a:pt x="5630988" y="1856438"/>
                </a:cubicBezTo>
                <a:cubicBezTo>
                  <a:pt x="5627623" y="1854083"/>
                  <a:pt x="5620555" y="1852905"/>
                  <a:pt x="5609786" y="1852905"/>
                </a:cubicBezTo>
                <a:lnTo>
                  <a:pt x="5602213" y="1852905"/>
                </a:lnTo>
                <a:close/>
                <a:moveTo>
                  <a:pt x="5211184" y="1795859"/>
                </a:moveTo>
                <a:lnTo>
                  <a:pt x="5357078" y="1795859"/>
                </a:lnTo>
                <a:lnTo>
                  <a:pt x="5446937" y="1998799"/>
                </a:lnTo>
                <a:lnTo>
                  <a:pt x="5447947" y="1998799"/>
                </a:lnTo>
                <a:lnTo>
                  <a:pt x="5447947" y="1875117"/>
                </a:lnTo>
                <a:cubicBezTo>
                  <a:pt x="5447947" y="1865694"/>
                  <a:pt x="5446264" y="1859635"/>
                  <a:pt x="5442898" y="1856943"/>
                </a:cubicBezTo>
                <a:cubicBezTo>
                  <a:pt x="5439533" y="1854251"/>
                  <a:pt x="5432297" y="1852905"/>
                  <a:pt x="5421191" y="1852905"/>
                </a:cubicBezTo>
                <a:lnTo>
                  <a:pt x="5415638" y="1852905"/>
                </a:lnTo>
                <a:lnTo>
                  <a:pt x="5415638" y="1795859"/>
                </a:lnTo>
                <a:lnTo>
                  <a:pt x="5562037" y="1795859"/>
                </a:lnTo>
                <a:lnTo>
                  <a:pt x="5562037" y="1852905"/>
                </a:lnTo>
                <a:lnTo>
                  <a:pt x="5549921" y="1852905"/>
                </a:lnTo>
                <a:cubicBezTo>
                  <a:pt x="5541171" y="1852905"/>
                  <a:pt x="5535281" y="1854167"/>
                  <a:pt x="5532252" y="1856691"/>
                </a:cubicBezTo>
                <a:cubicBezTo>
                  <a:pt x="5529224" y="1859215"/>
                  <a:pt x="5527709" y="1864516"/>
                  <a:pt x="5527709" y="1872593"/>
                </a:cubicBezTo>
                <a:lnTo>
                  <a:pt x="5527709" y="2151761"/>
                </a:lnTo>
                <a:lnTo>
                  <a:pt x="5430783" y="2151761"/>
                </a:lnTo>
                <a:lnTo>
                  <a:pt x="5326284" y="1930143"/>
                </a:lnTo>
                <a:lnTo>
                  <a:pt x="5325274" y="1930143"/>
                </a:lnTo>
                <a:lnTo>
                  <a:pt x="5325274" y="2073513"/>
                </a:lnTo>
                <a:cubicBezTo>
                  <a:pt x="5325274" y="2080581"/>
                  <a:pt x="5326873" y="2085377"/>
                  <a:pt x="5330070" y="2087901"/>
                </a:cubicBezTo>
                <a:cubicBezTo>
                  <a:pt x="5333267" y="2090425"/>
                  <a:pt x="5339746" y="2091687"/>
                  <a:pt x="5349506" y="2091687"/>
                </a:cubicBezTo>
                <a:lnTo>
                  <a:pt x="5359097" y="2091687"/>
                </a:lnTo>
                <a:lnTo>
                  <a:pt x="5359097" y="2148732"/>
                </a:lnTo>
                <a:lnTo>
                  <a:pt x="5211184" y="2148732"/>
                </a:lnTo>
                <a:lnTo>
                  <a:pt x="5211184" y="2091687"/>
                </a:lnTo>
                <a:lnTo>
                  <a:pt x="5219261" y="2091687"/>
                </a:lnTo>
                <a:cubicBezTo>
                  <a:pt x="5230031" y="2091687"/>
                  <a:pt x="5237098" y="2090509"/>
                  <a:pt x="5240463" y="2088153"/>
                </a:cubicBezTo>
                <a:cubicBezTo>
                  <a:pt x="5243829" y="2085797"/>
                  <a:pt x="5245512" y="2080749"/>
                  <a:pt x="5245512" y="2073008"/>
                </a:cubicBezTo>
                <a:lnTo>
                  <a:pt x="5245512" y="1872593"/>
                </a:lnTo>
                <a:cubicBezTo>
                  <a:pt x="5245512" y="1864516"/>
                  <a:pt x="5243661" y="1859215"/>
                  <a:pt x="5239959" y="1856691"/>
                </a:cubicBezTo>
                <a:cubicBezTo>
                  <a:pt x="5236257" y="1854167"/>
                  <a:pt x="5229862" y="1852905"/>
                  <a:pt x="5220775" y="1852905"/>
                </a:cubicBezTo>
                <a:lnTo>
                  <a:pt x="5211184" y="1852905"/>
                </a:lnTo>
                <a:close/>
                <a:moveTo>
                  <a:pt x="4306814" y="1795859"/>
                </a:moveTo>
                <a:lnTo>
                  <a:pt x="4475425" y="1795859"/>
                </a:lnTo>
                <a:cubicBezTo>
                  <a:pt x="4495955" y="1795859"/>
                  <a:pt x="4513034" y="1797458"/>
                  <a:pt x="4526665" y="1800655"/>
                </a:cubicBezTo>
                <a:cubicBezTo>
                  <a:pt x="4540295" y="1803853"/>
                  <a:pt x="4552158" y="1809658"/>
                  <a:pt x="4562255" y="1818072"/>
                </a:cubicBezTo>
                <a:cubicBezTo>
                  <a:pt x="4572688" y="1826822"/>
                  <a:pt x="4581270" y="1838181"/>
                  <a:pt x="4588001" y="1852147"/>
                </a:cubicBezTo>
                <a:cubicBezTo>
                  <a:pt x="4594732" y="1866114"/>
                  <a:pt x="4598097" y="1882353"/>
                  <a:pt x="4598097" y="1900863"/>
                </a:cubicBezTo>
                <a:cubicBezTo>
                  <a:pt x="4598097" y="1937211"/>
                  <a:pt x="4585477" y="1964976"/>
                  <a:pt x="4560236" y="1984159"/>
                </a:cubicBezTo>
                <a:lnTo>
                  <a:pt x="4601631" y="2064931"/>
                </a:lnTo>
                <a:cubicBezTo>
                  <a:pt x="4607016" y="2075364"/>
                  <a:pt x="4612233" y="2082432"/>
                  <a:pt x="4617281" y="2086134"/>
                </a:cubicBezTo>
                <a:cubicBezTo>
                  <a:pt x="4622329" y="2089836"/>
                  <a:pt x="4629565" y="2091687"/>
                  <a:pt x="4638988" y="2091687"/>
                </a:cubicBezTo>
                <a:lnTo>
                  <a:pt x="4647570" y="2091687"/>
                </a:lnTo>
                <a:lnTo>
                  <a:pt x="4647570" y="2148732"/>
                </a:lnTo>
                <a:lnTo>
                  <a:pt x="4531461" y="2148732"/>
                </a:lnTo>
                <a:lnTo>
                  <a:pt x="4471892" y="2009400"/>
                </a:lnTo>
                <a:lnTo>
                  <a:pt x="4436049" y="2009400"/>
                </a:lnTo>
                <a:lnTo>
                  <a:pt x="4436049" y="2080076"/>
                </a:lnTo>
                <a:cubicBezTo>
                  <a:pt x="4436049" y="2084451"/>
                  <a:pt x="4437226" y="2087480"/>
                  <a:pt x="4439583" y="2089163"/>
                </a:cubicBezTo>
                <a:cubicBezTo>
                  <a:pt x="4441938" y="2090846"/>
                  <a:pt x="4446482" y="2091687"/>
                  <a:pt x="4453213" y="2091687"/>
                </a:cubicBezTo>
                <a:lnTo>
                  <a:pt x="4466339" y="2091687"/>
                </a:lnTo>
                <a:lnTo>
                  <a:pt x="4466339" y="2148732"/>
                </a:lnTo>
                <a:lnTo>
                  <a:pt x="4306814" y="2148732"/>
                </a:lnTo>
                <a:lnTo>
                  <a:pt x="4306814" y="2091687"/>
                </a:lnTo>
                <a:lnTo>
                  <a:pt x="4318929" y="2091687"/>
                </a:lnTo>
                <a:cubicBezTo>
                  <a:pt x="4328016" y="2091687"/>
                  <a:pt x="4333906" y="2090425"/>
                  <a:pt x="4336598" y="2087901"/>
                </a:cubicBezTo>
                <a:cubicBezTo>
                  <a:pt x="4339291" y="2085377"/>
                  <a:pt x="4340637" y="2080749"/>
                  <a:pt x="4340637" y="2074018"/>
                </a:cubicBezTo>
                <a:lnTo>
                  <a:pt x="4340637" y="1873098"/>
                </a:lnTo>
                <a:cubicBezTo>
                  <a:pt x="4340637" y="1864684"/>
                  <a:pt x="4338954" y="1859215"/>
                  <a:pt x="4335589" y="1856691"/>
                </a:cubicBezTo>
                <a:cubicBezTo>
                  <a:pt x="4332223" y="1854167"/>
                  <a:pt x="4326165" y="1852905"/>
                  <a:pt x="4317415" y="1852905"/>
                </a:cubicBezTo>
                <a:lnTo>
                  <a:pt x="4306814" y="1852905"/>
                </a:lnTo>
                <a:close/>
                <a:moveTo>
                  <a:pt x="3538252" y="1795859"/>
                </a:moveTo>
                <a:lnTo>
                  <a:pt x="3876988" y="1795859"/>
                </a:lnTo>
                <a:lnTo>
                  <a:pt x="3876988" y="1912474"/>
                </a:lnTo>
                <a:lnTo>
                  <a:pt x="3803789" y="1912474"/>
                </a:lnTo>
                <a:lnTo>
                  <a:pt x="3803789" y="1879660"/>
                </a:lnTo>
                <a:cubicBezTo>
                  <a:pt x="3803789" y="1873266"/>
                  <a:pt x="3802695" y="1869143"/>
                  <a:pt x="3800507" y="1867292"/>
                </a:cubicBezTo>
                <a:cubicBezTo>
                  <a:pt x="3798320" y="1865441"/>
                  <a:pt x="3793356" y="1864516"/>
                  <a:pt x="3785615" y="1864516"/>
                </a:cubicBezTo>
                <a:lnTo>
                  <a:pt x="3756335" y="1864516"/>
                </a:lnTo>
                <a:lnTo>
                  <a:pt x="3756335" y="2071494"/>
                </a:lnTo>
                <a:cubicBezTo>
                  <a:pt x="3756335" y="2080581"/>
                  <a:pt x="3758102" y="2086218"/>
                  <a:pt x="3761636" y="2088406"/>
                </a:cubicBezTo>
                <a:cubicBezTo>
                  <a:pt x="3765170" y="2090593"/>
                  <a:pt x="3772826" y="2091687"/>
                  <a:pt x="3784605" y="2091687"/>
                </a:cubicBezTo>
                <a:lnTo>
                  <a:pt x="3794702" y="2091687"/>
                </a:lnTo>
                <a:lnTo>
                  <a:pt x="3794702" y="2148732"/>
                </a:lnTo>
                <a:lnTo>
                  <a:pt x="3619528" y="2148732"/>
                </a:lnTo>
                <a:lnTo>
                  <a:pt x="3619528" y="2091687"/>
                </a:lnTo>
                <a:lnTo>
                  <a:pt x="3637197" y="2091687"/>
                </a:lnTo>
                <a:cubicBezTo>
                  <a:pt x="3646283" y="2091687"/>
                  <a:pt x="3652173" y="2090257"/>
                  <a:pt x="3654865" y="2087396"/>
                </a:cubicBezTo>
                <a:cubicBezTo>
                  <a:pt x="3657558" y="2084535"/>
                  <a:pt x="3658904" y="2079739"/>
                  <a:pt x="3658904" y="2073008"/>
                </a:cubicBezTo>
                <a:lnTo>
                  <a:pt x="3658904" y="1864516"/>
                </a:lnTo>
                <a:lnTo>
                  <a:pt x="3630634" y="1864516"/>
                </a:lnTo>
                <a:cubicBezTo>
                  <a:pt x="3622220" y="1864516"/>
                  <a:pt x="3616920" y="1865441"/>
                  <a:pt x="3614732" y="1867292"/>
                </a:cubicBezTo>
                <a:cubicBezTo>
                  <a:pt x="3612544" y="1869143"/>
                  <a:pt x="3611451" y="1874107"/>
                  <a:pt x="3611451" y="1882185"/>
                </a:cubicBezTo>
                <a:lnTo>
                  <a:pt x="3611451" y="1912474"/>
                </a:lnTo>
                <a:lnTo>
                  <a:pt x="3538252" y="1912474"/>
                </a:lnTo>
                <a:close/>
                <a:moveTo>
                  <a:pt x="3153784" y="1795859"/>
                </a:moveTo>
                <a:lnTo>
                  <a:pt x="3299678" y="1795859"/>
                </a:lnTo>
                <a:lnTo>
                  <a:pt x="3389538" y="1998799"/>
                </a:lnTo>
                <a:lnTo>
                  <a:pt x="3390547" y="1998799"/>
                </a:lnTo>
                <a:lnTo>
                  <a:pt x="3390547" y="1875117"/>
                </a:lnTo>
                <a:cubicBezTo>
                  <a:pt x="3390547" y="1865694"/>
                  <a:pt x="3388865" y="1859635"/>
                  <a:pt x="3385499" y="1856943"/>
                </a:cubicBezTo>
                <a:cubicBezTo>
                  <a:pt x="3382134" y="1854251"/>
                  <a:pt x="3374898" y="1852905"/>
                  <a:pt x="3363791" y="1852905"/>
                </a:cubicBezTo>
                <a:lnTo>
                  <a:pt x="3358238" y="1852905"/>
                </a:lnTo>
                <a:lnTo>
                  <a:pt x="3358238" y="1795859"/>
                </a:lnTo>
                <a:lnTo>
                  <a:pt x="3504638" y="1795859"/>
                </a:lnTo>
                <a:lnTo>
                  <a:pt x="3504638" y="1852905"/>
                </a:lnTo>
                <a:lnTo>
                  <a:pt x="3492522" y="1852905"/>
                </a:lnTo>
                <a:cubicBezTo>
                  <a:pt x="3483772" y="1852905"/>
                  <a:pt x="3477882" y="1854167"/>
                  <a:pt x="3474853" y="1856691"/>
                </a:cubicBezTo>
                <a:cubicBezTo>
                  <a:pt x="3471824" y="1859215"/>
                  <a:pt x="3470310" y="1864516"/>
                  <a:pt x="3470310" y="1872593"/>
                </a:cubicBezTo>
                <a:lnTo>
                  <a:pt x="3470310" y="2151761"/>
                </a:lnTo>
                <a:lnTo>
                  <a:pt x="3373383" y="2151761"/>
                </a:lnTo>
                <a:lnTo>
                  <a:pt x="3268884" y="1930143"/>
                </a:lnTo>
                <a:lnTo>
                  <a:pt x="3267875" y="1930143"/>
                </a:lnTo>
                <a:lnTo>
                  <a:pt x="3267875" y="2073513"/>
                </a:lnTo>
                <a:cubicBezTo>
                  <a:pt x="3267875" y="2080581"/>
                  <a:pt x="3269474" y="2085377"/>
                  <a:pt x="3272671" y="2087901"/>
                </a:cubicBezTo>
                <a:cubicBezTo>
                  <a:pt x="3275868" y="2090425"/>
                  <a:pt x="3282347" y="2091687"/>
                  <a:pt x="3292107" y="2091687"/>
                </a:cubicBezTo>
                <a:lnTo>
                  <a:pt x="3301698" y="2091687"/>
                </a:lnTo>
                <a:lnTo>
                  <a:pt x="3301698" y="2148732"/>
                </a:lnTo>
                <a:lnTo>
                  <a:pt x="3153784" y="2148732"/>
                </a:lnTo>
                <a:lnTo>
                  <a:pt x="3153784" y="2091687"/>
                </a:lnTo>
                <a:lnTo>
                  <a:pt x="3161861" y="2091687"/>
                </a:lnTo>
                <a:cubicBezTo>
                  <a:pt x="3172631" y="2091687"/>
                  <a:pt x="3179698" y="2090509"/>
                  <a:pt x="3183065" y="2088153"/>
                </a:cubicBezTo>
                <a:cubicBezTo>
                  <a:pt x="3186430" y="2085797"/>
                  <a:pt x="3188113" y="2080749"/>
                  <a:pt x="3188113" y="2073008"/>
                </a:cubicBezTo>
                <a:lnTo>
                  <a:pt x="3188113" y="1872593"/>
                </a:lnTo>
                <a:cubicBezTo>
                  <a:pt x="3188113" y="1864516"/>
                  <a:pt x="3186262" y="1859215"/>
                  <a:pt x="3182560" y="1856691"/>
                </a:cubicBezTo>
                <a:cubicBezTo>
                  <a:pt x="3178858" y="1854167"/>
                  <a:pt x="3172463" y="1852905"/>
                  <a:pt x="3163376" y="1852905"/>
                </a:cubicBezTo>
                <a:lnTo>
                  <a:pt x="3153784" y="1852905"/>
                </a:lnTo>
                <a:close/>
                <a:moveTo>
                  <a:pt x="2829934" y="1795859"/>
                </a:moveTo>
                <a:lnTo>
                  <a:pt x="3107588" y="1795859"/>
                </a:lnTo>
                <a:lnTo>
                  <a:pt x="3107588" y="1900863"/>
                </a:lnTo>
                <a:lnTo>
                  <a:pt x="3034894" y="1900863"/>
                </a:lnTo>
                <a:lnTo>
                  <a:pt x="3034894" y="1884709"/>
                </a:lnTo>
                <a:cubicBezTo>
                  <a:pt x="3034894" y="1876968"/>
                  <a:pt x="3033547" y="1871667"/>
                  <a:pt x="3030855" y="1868807"/>
                </a:cubicBezTo>
                <a:cubicBezTo>
                  <a:pt x="3028163" y="1865946"/>
                  <a:pt x="3023282" y="1864516"/>
                  <a:pt x="3016215" y="1864516"/>
                </a:cubicBezTo>
                <a:lnTo>
                  <a:pt x="2961694" y="1864516"/>
                </a:lnTo>
                <a:lnTo>
                  <a:pt x="2961694" y="1932162"/>
                </a:lnTo>
                <a:lnTo>
                  <a:pt x="3065688" y="1932162"/>
                </a:lnTo>
                <a:lnTo>
                  <a:pt x="3065688" y="2003343"/>
                </a:lnTo>
                <a:lnTo>
                  <a:pt x="2961694" y="2003343"/>
                </a:lnTo>
                <a:lnTo>
                  <a:pt x="2961694" y="2080076"/>
                </a:lnTo>
                <a:lnTo>
                  <a:pt x="3017224" y="2080076"/>
                </a:lnTo>
                <a:cubicBezTo>
                  <a:pt x="3024965" y="2080076"/>
                  <a:pt x="3030434" y="2079319"/>
                  <a:pt x="3033631" y="2077804"/>
                </a:cubicBezTo>
                <a:cubicBezTo>
                  <a:pt x="3036828" y="2076290"/>
                  <a:pt x="3038848" y="2074018"/>
                  <a:pt x="3039690" y="2070989"/>
                </a:cubicBezTo>
                <a:cubicBezTo>
                  <a:pt x="3040531" y="2067960"/>
                  <a:pt x="3040951" y="2062912"/>
                  <a:pt x="3040951" y="2055844"/>
                </a:cubicBezTo>
                <a:lnTo>
                  <a:pt x="3040951" y="2039690"/>
                </a:lnTo>
                <a:lnTo>
                  <a:pt x="3113646" y="2039690"/>
                </a:lnTo>
                <a:lnTo>
                  <a:pt x="3113646" y="2148732"/>
                </a:lnTo>
                <a:lnTo>
                  <a:pt x="2829934" y="2148732"/>
                </a:lnTo>
                <a:lnTo>
                  <a:pt x="2829934" y="2091687"/>
                </a:lnTo>
                <a:lnTo>
                  <a:pt x="2840536" y="2091687"/>
                </a:lnTo>
                <a:cubicBezTo>
                  <a:pt x="2850296" y="2091687"/>
                  <a:pt x="2856522" y="2090509"/>
                  <a:pt x="2859215" y="2088153"/>
                </a:cubicBezTo>
                <a:cubicBezTo>
                  <a:pt x="2861907" y="2085797"/>
                  <a:pt x="2863253" y="2080412"/>
                  <a:pt x="2863253" y="2071999"/>
                </a:cubicBezTo>
                <a:lnTo>
                  <a:pt x="2863253" y="1871583"/>
                </a:lnTo>
                <a:cubicBezTo>
                  <a:pt x="2863253" y="1863843"/>
                  <a:pt x="2861654" y="1858794"/>
                  <a:pt x="2858457" y="1856438"/>
                </a:cubicBezTo>
                <a:cubicBezTo>
                  <a:pt x="2855260" y="1854083"/>
                  <a:pt x="2849286" y="1852905"/>
                  <a:pt x="2840536" y="1852905"/>
                </a:cubicBezTo>
                <a:lnTo>
                  <a:pt x="2829934" y="1852905"/>
                </a:lnTo>
                <a:close/>
                <a:moveTo>
                  <a:pt x="2441800" y="1795859"/>
                </a:moveTo>
                <a:lnTo>
                  <a:pt x="2603849" y="1795859"/>
                </a:lnTo>
                <a:lnTo>
                  <a:pt x="2603849" y="1852905"/>
                </a:lnTo>
                <a:lnTo>
                  <a:pt x="2592743" y="1852905"/>
                </a:lnTo>
                <a:cubicBezTo>
                  <a:pt x="2588031" y="1852905"/>
                  <a:pt x="2584329" y="1853662"/>
                  <a:pt x="2581636" y="1855176"/>
                </a:cubicBezTo>
                <a:cubicBezTo>
                  <a:pt x="2578944" y="1856691"/>
                  <a:pt x="2577598" y="1859467"/>
                  <a:pt x="2577598" y="1863506"/>
                </a:cubicBezTo>
                <a:cubicBezTo>
                  <a:pt x="2577598" y="1866198"/>
                  <a:pt x="2579113" y="1872088"/>
                  <a:pt x="2582142" y="1881175"/>
                </a:cubicBezTo>
                <a:lnTo>
                  <a:pt x="2629090" y="2035147"/>
                </a:lnTo>
                <a:lnTo>
                  <a:pt x="2630100" y="2035147"/>
                </a:lnTo>
                <a:lnTo>
                  <a:pt x="2677554" y="1885213"/>
                </a:lnTo>
                <a:cubicBezTo>
                  <a:pt x="2680582" y="1875454"/>
                  <a:pt x="2682097" y="1868891"/>
                  <a:pt x="2682097" y="1865525"/>
                </a:cubicBezTo>
                <a:cubicBezTo>
                  <a:pt x="2682097" y="1857112"/>
                  <a:pt x="2676712" y="1852905"/>
                  <a:pt x="2665943" y="1852905"/>
                </a:cubicBezTo>
                <a:lnTo>
                  <a:pt x="2658875" y="1852905"/>
                </a:lnTo>
                <a:lnTo>
                  <a:pt x="2658875" y="1795859"/>
                </a:lnTo>
                <a:lnTo>
                  <a:pt x="2801740" y="1795859"/>
                </a:lnTo>
                <a:lnTo>
                  <a:pt x="2801740" y="1852905"/>
                </a:lnTo>
                <a:lnTo>
                  <a:pt x="2796187" y="1852905"/>
                </a:lnTo>
                <a:cubicBezTo>
                  <a:pt x="2787774" y="1852905"/>
                  <a:pt x="2781547" y="1855008"/>
                  <a:pt x="2777509" y="1859215"/>
                </a:cubicBezTo>
                <a:cubicBezTo>
                  <a:pt x="2773470" y="1863422"/>
                  <a:pt x="2769432" y="1871078"/>
                  <a:pt x="2765393" y="1882185"/>
                </a:cubicBezTo>
                <a:lnTo>
                  <a:pt x="2668972" y="2150751"/>
                </a:lnTo>
                <a:lnTo>
                  <a:pt x="2572045" y="2150751"/>
                </a:lnTo>
                <a:lnTo>
                  <a:pt x="2479157" y="1885213"/>
                </a:lnTo>
                <a:cubicBezTo>
                  <a:pt x="2475792" y="1875117"/>
                  <a:pt x="2472763" y="1867797"/>
                  <a:pt x="2470071" y="1863254"/>
                </a:cubicBezTo>
                <a:cubicBezTo>
                  <a:pt x="2467378" y="1858710"/>
                  <a:pt x="2464517" y="1855849"/>
                  <a:pt x="2461488" y="1854672"/>
                </a:cubicBezTo>
                <a:cubicBezTo>
                  <a:pt x="2458459" y="1853494"/>
                  <a:pt x="2454084" y="1852905"/>
                  <a:pt x="2448363" y="1852905"/>
                </a:cubicBezTo>
                <a:lnTo>
                  <a:pt x="2441800" y="1852905"/>
                </a:lnTo>
                <a:close/>
                <a:moveTo>
                  <a:pt x="2134609" y="1795859"/>
                </a:moveTo>
                <a:lnTo>
                  <a:pt x="2412263" y="1795859"/>
                </a:lnTo>
                <a:lnTo>
                  <a:pt x="2412263" y="1900863"/>
                </a:lnTo>
                <a:lnTo>
                  <a:pt x="2339569" y="1900863"/>
                </a:lnTo>
                <a:lnTo>
                  <a:pt x="2339569" y="1884709"/>
                </a:lnTo>
                <a:cubicBezTo>
                  <a:pt x="2339569" y="1876968"/>
                  <a:pt x="2338222" y="1871667"/>
                  <a:pt x="2335530" y="1868807"/>
                </a:cubicBezTo>
                <a:cubicBezTo>
                  <a:pt x="2332838" y="1865946"/>
                  <a:pt x="2327957" y="1864516"/>
                  <a:pt x="2320890" y="1864516"/>
                </a:cubicBezTo>
                <a:lnTo>
                  <a:pt x="2266369" y="1864516"/>
                </a:lnTo>
                <a:lnTo>
                  <a:pt x="2266369" y="1932162"/>
                </a:lnTo>
                <a:lnTo>
                  <a:pt x="2370363" y="1932162"/>
                </a:lnTo>
                <a:lnTo>
                  <a:pt x="2370363" y="2003343"/>
                </a:lnTo>
                <a:lnTo>
                  <a:pt x="2266369" y="2003343"/>
                </a:lnTo>
                <a:lnTo>
                  <a:pt x="2266369" y="2080076"/>
                </a:lnTo>
                <a:lnTo>
                  <a:pt x="2321900" y="2080076"/>
                </a:lnTo>
                <a:cubicBezTo>
                  <a:pt x="2329640" y="2080076"/>
                  <a:pt x="2335109" y="2079319"/>
                  <a:pt x="2338306" y="2077804"/>
                </a:cubicBezTo>
                <a:cubicBezTo>
                  <a:pt x="2341503" y="2076290"/>
                  <a:pt x="2343523" y="2074018"/>
                  <a:pt x="2344364" y="2070989"/>
                </a:cubicBezTo>
                <a:cubicBezTo>
                  <a:pt x="2345205" y="2067960"/>
                  <a:pt x="2345626" y="2062912"/>
                  <a:pt x="2345626" y="2055844"/>
                </a:cubicBezTo>
                <a:lnTo>
                  <a:pt x="2345626" y="2039690"/>
                </a:lnTo>
                <a:lnTo>
                  <a:pt x="2418321" y="2039690"/>
                </a:lnTo>
                <a:lnTo>
                  <a:pt x="2418321" y="2148732"/>
                </a:lnTo>
                <a:lnTo>
                  <a:pt x="2134609" y="2148732"/>
                </a:lnTo>
                <a:lnTo>
                  <a:pt x="2134609" y="2091687"/>
                </a:lnTo>
                <a:lnTo>
                  <a:pt x="2145211" y="2091687"/>
                </a:lnTo>
                <a:cubicBezTo>
                  <a:pt x="2154970" y="2091687"/>
                  <a:pt x="2161197" y="2090509"/>
                  <a:pt x="2163890" y="2088153"/>
                </a:cubicBezTo>
                <a:cubicBezTo>
                  <a:pt x="2166581" y="2085797"/>
                  <a:pt x="2167928" y="2080412"/>
                  <a:pt x="2167928" y="2071999"/>
                </a:cubicBezTo>
                <a:lnTo>
                  <a:pt x="2167928" y="1871583"/>
                </a:lnTo>
                <a:cubicBezTo>
                  <a:pt x="2167928" y="1863843"/>
                  <a:pt x="2166329" y="1858794"/>
                  <a:pt x="2163132" y="1856438"/>
                </a:cubicBezTo>
                <a:cubicBezTo>
                  <a:pt x="2159935" y="1854083"/>
                  <a:pt x="2153961" y="1852905"/>
                  <a:pt x="2145211" y="1852905"/>
                </a:cubicBezTo>
                <a:lnTo>
                  <a:pt x="2134609" y="1852905"/>
                </a:lnTo>
                <a:close/>
                <a:moveTo>
                  <a:pt x="1773164" y="1795859"/>
                </a:moveTo>
                <a:lnTo>
                  <a:pt x="1941776" y="1795859"/>
                </a:lnTo>
                <a:cubicBezTo>
                  <a:pt x="1962305" y="1795859"/>
                  <a:pt x="1979385" y="1797458"/>
                  <a:pt x="1993015" y="1800655"/>
                </a:cubicBezTo>
                <a:cubicBezTo>
                  <a:pt x="2006646" y="1803853"/>
                  <a:pt x="2018509" y="1809658"/>
                  <a:pt x="2028606" y="1818072"/>
                </a:cubicBezTo>
                <a:cubicBezTo>
                  <a:pt x="2039038" y="1826822"/>
                  <a:pt x="2047621" y="1838181"/>
                  <a:pt x="2054352" y="1852147"/>
                </a:cubicBezTo>
                <a:cubicBezTo>
                  <a:pt x="2061083" y="1866114"/>
                  <a:pt x="2064448" y="1882353"/>
                  <a:pt x="2064448" y="1900863"/>
                </a:cubicBezTo>
                <a:cubicBezTo>
                  <a:pt x="2064448" y="1937211"/>
                  <a:pt x="2051828" y="1964976"/>
                  <a:pt x="2026586" y="1984159"/>
                </a:cubicBezTo>
                <a:lnTo>
                  <a:pt x="2067982" y="2064931"/>
                </a:lnTo>
                <a:cubicBezTo>
                  <a:pt x="2073367" y="2075364"/>
                  <a:pt x="2078584" y="2082432"/>
                  <a:pt x="2083632" y="2086134"/>
                </a:cubicBezTo>
                <a:cubicBezTo>
                  <a:pt x="2088680" y="2089836"/>
                  <a:pt x="2095916" y="2091687"/>
                  <a:pt x="2105339" y="2091687"/>
                </a:cubicBezTo>
                <a:lnTo>
                  <a:pt x="2113921" y="2091687"/>
                </a:lnTo>
                <a:lnTo>
                  <a:pt x="2113921" y="2148732"/>
                </a:lnTo>
                <a:lnTo>
                  <a:pt x="1997811" y="2148732"/>
                </a:lnTo>
                <a:lnTo>
                  <a:pt x="1938242" y="2009400"/>
                </a:lnTo>
                <a:lnTo>
                  <a:pt x="1902400" y="2009400"/>
                </a:lnTo>
                <a:lnTo>
                  <a:pt x="1902400" y="2080076"/>
                </a:lnTo>
                <a:cubicBezTo>
                  <a:pt x="1902400" y="2084451"/>
                  <a:pt x="1903577" y="2087480"/>
                  <a:pt x="1905933" y="2089163"/>
                </a:cubicBezTo>
                <a:cubicBezTo>
                  <a:pt x="1908289" y="2090846"/>
                  <a:pt x="1912833" y="2091687"/>
                  <a:pt x="1919563" y="2091687"/>
                </a:cubicBezTo>
                <a:lnTo>
                  <a:pt x="1932689" y="2091687"/>
                </a:lnTo>
                <a:lnTo>
                  <a:pt x="1932689" y="2148732"/>
                </a:lnTo>
                <a:lnTo>
                  <a:pt x="1773164" y="2148732"/>
                </a:lnTo>
                <a:lnTo>
                  <a:pt x="1773164" y="2091687"/>
                </a:lnTo>
                <a:lnTo>
                  <a:pt x="1785280" y="2091687"/>
                </a:lnTo>
                <a:cubicBezTo>
                  <a:pt x="1794367" y="2091687"/>
                  <a:pt x="1800257" y="2090425"/>
                  <a:pt x="1802949" y="2087901"/>
                </a:cubicBezTo>
                <a:cubicBezTo>
                  <a:pt x="1805641" y="2085377"/>
                  <a:pt x="1806988" y="2080749"/>
                  <a:pt x="1806988" y="2074018"/>
                </a:cubicBezTo>
                <a:lnTo>
                  <a:pt x="1806988" y="1873098"/>
                </a:lnTo>
                <a:cubicBezTo>
                  <a:pt x="1806988" y="1864684"/>
                  <a:pt x="1805305" y="1859215"/>
                  <a:pt x="1801939" y="1856691"/>
                </a:cubicBezTo>
                <a:cubicBezTo>
                  <a:pt x="1798573" y="1854167"/>
                  <a:pt x="1792516" y="1852905"/>
                  <a:pt x="1783765" y="1852905"/>
                </a:cubicBezTo>
                <a:lnTo>
                  <a:pt x="1773164" y="1852905"/>
                </a:lnTo>
                <a:close/>
                <a:moveTo>
                  <a:pt x="1447800" y="1795859"/>
                </a:moveTo>
                <a:lnTo>
                  <a:pt x="1614392" y="1795859"/>
                </a:lnTo>
                <a:cubicBezTo>
                  <a:pt x="1697856" y="1795859"/>
                  <a:pt x="1739588" y="1831197"/>
                  <a:pt x="1739588" y="1901873"/>
                </a:cubicBezTo>
                <a:cubicBezTo>
                  <a:pt x="1739588" y="1918364"/>
                  <a:pt x="1736307" y="1934686"/>
                  <a:pt x="1729744" y="1950841"/>
                </a:cubicBezTo>
                <a:cubicBezTo>
                  <a:pt x="1723182" y="1966995"/>
                  <a:pt x="1711487" y="1980794"/>
                  <a:pt x="1694659" y="1992236"/>
                </a:cubicBezTo>
                <a:cubicBezTo>
                  <a:pt x="1677832" y="2003679"/>
                  <a:pt x="1655283" y="2009400"/>
                  <a:pt x="1627013" y="2009400"/>
                </a:cubicBezTo>
                <a:lnTo>
                  <a:pt x="1577035" y="2009400"/>
                </a:lnTo>
                <a:lnTo>
                  <a:pt x="1577035" y="2073513"/>
                </a:lnTo>
                <a:cubicBezTo>
                  <a:pt x="1577035" y="2081590"/>
                  <a:pt x="1578802" y="2086639"/>
                  <a:pt x="1582336" y="2088658"/>
                </a:cubicBezTo>
                <a:cubicBezTo>
                  <a:pt x="1585869" y="2090677"/>
                  <a:pt x="1592853" y="2091687"/>
                  <a:pt x="1603286" y="2091687"/>
                </a:cubicBezTo>
                <a:lnTo>
                  <a:pt x="1615402" y="2091687"/>
                </a:lnTo>
                <a:lnTo>
                  <a:pt x="1615402" y="2148732"/>
                </a:lnTo>
                <a:lnTo>
                  <a:pt x="1447800" y="2148732"/>
                </a:lnTo>
                <a:lnTo>
                  <a:pt x="1447800" y="2091687"/>
                </a:lnTo>
                <a:lnTo>
                  <a:pt x="1461430" y="2091687"/>
                </a:lnTo>
                <a:cubicBezTo>
                  <a:pt x="1469507" y="2091687"/>
                  <a:pt x="1474892" y="2090257"/>
                  <a:pt x="1477584" y="2087396"/>
                </a:cubicBezTo>
                <a:cubicBezTo>
                  <a:pt x="1480277" y="2084535"/>
                  <a:pt x="1481623" y="2079571"/>
                  <a:pt x="1481623" y="2072504"/>
                </a:cubicBezTo>
                <a:lnTo>
                  <a:pt x="1481623" y="1873603"/>
                </a:lnTo>
                <a:cubicBezTo>
                  <a:pt x="1481623" y="1865525"/>
                  <a:pt x="1480277" y="1860056"/>
                  <a:pt x="1477584" y="1857196"/>
                </a:cubicBezTo>
                <a:cubicBezTo>
                  <a:pt x="1474892" y="1854335"/>
                  <a:pt x="1469002" y="1852905"/>
                  <a:pt x="1459915" y="1852905"/>
                </a:cubicBezTo>
                <a:lnTo>
                  <a:pt x="1447800" y="1852905"/>
                </a:lnTo>
                <a:close/>
                <a:moveTo>
                  <a:pt x="4953294" y="1791821"/>
                </a:moveTo>
                <a:lnTo>
                  <a:pt x="5055269" y="1791821"/>
                </a:lnTo>
                <a:lnTo>
                  <a:pt x="5142098" y="2050796"/>
                </a:lnTo>
                <a:cubicBezTo>
                  <a:pt x="5146137" y="2062912"/>
                  <a:pt x="5149503" y="2071662"/>
                  <a:pt x="5152195" y="2077047"/>
                </a:cubicBezTo>
                <a:cubicBezTo>
                  <a:pt x="5154888" y="2082432"/>
                  <a:pt x="5158000" y="2086218"/>
                  <a:pt x="5161534" y="2088406"/>
                </a:cubicBezTo>
                <a:cubicBezTo>
                  <a:pt x="5165069" y="2090593"/>
                  <a:pt x="5169864" y="2091687"/>
                  <a:pt x="5175922" y="2091687"/>
                </a:cubicBezTo>
                <a:lnTo>
                  <a:pt x="5182990" y="2091687"/>
                </a:lnTo>
                <a:lnTo>
                  <a:pt x="5182990" y="2148732"/>
                </a:lnTo>
                <a:lnTo>
                  <a:pt x="5022960" y="2148732"/>
                </a:lnTo>
                <a:lnTo>
                  <a:pt x="5022960" y="2091687"/>
                </a:lnTo>
                <a:lnTo>
                  <a:pt x="5034571" y="2091687"/>
                </a:lnTo>
                <a:cubicBezTo>
                  <a:pt x="5044331" y="2091687"/>
                  <a:pt x="5049211" y="2088490"/>
                  <a:pt x="5049211" y="2082095"/>
                </a:cubicBezTo>
                <a:cubicBezTo>
                  <a:pt x="5049211" y="2077383"/>
                  <a:pt x="5046687" y="2067960"/>
                  <a:pt x="5041639" y="2053825"/>
                </a:cubicBezTo>
                <a:lnTo>
                  <a:pt x="4947741" y="2053825"/>
                </a:lnTo>
                <a:cubicBezTo>
                  <a:pt x="4947405" y="2055171"/>
                  <a:pt x="4946142" y="2058873"/>
                  <a:pt x="4943955" y="2064931"/>
                </a:cubicBezTo>
                <a:cubicBezTo>
                  <a:pt x="4941768" y="2070989"/>
                  <a:pt x="4940674" y="2076206"/>
                  <a:pt x="4940674" y="2080581"/>
                </a:cubicBezTo>
                <a:cubicBezTo>
                  <a:pt x="4940674" y="2084619"/>
                  <a:pt x="4942609" y="2087480"/>
                  <a:pt x="4946479" y="2089163"/>
                </a:cubicBezTo>
                <a:cubicBezTo>
                  <a:pt x="4950350" y="2090846"/>
                  <a:pt x="4956155" y="2091687"/>
                  <a:pt x="4963895" y="2091687"/>
                </a:cubicBezTo>
                <a:lnTo>
                  <a:pt x="4963895" y="2148732"/>
                </a:lnTo>
                <a:lnTo>
                  <a:pt x="4823049" y="2148732"/>
                </a:lnTo>
                <a:lnTo>
                  <a:pt x="4823049" y="2091687"/>
                </a:lnTo>
                <a:lnTo>
                  <a:pt x="4826078" y="2091687"/>
                </a:lnTo>
                <a:cubicBezTo>
                  <a:pt x="4833482" y="2091687"/>
                  <a:pt x="4839036" y="2090930"/>
                  <a:pt x="4842738" y="2089415"/>
                </a:cubicBezTo>
                <a:cubicBezTo>
                  <a:pt x="4846440" y="2087901"/>
                  <a:pt x="4849469" y="2085292"/>
                  <a:pt x="4851824" y="2081590"/>
                </a:cubicBezTo>
                <a:cubicBezTo>
                  <a:pt x="4854181" y="2077888"/>
                  <a:pt x="4856873" y="2071494"/>
                  <a:pt x="4859902" y="2062407"/>
                </a:cubicBezTo>
                <a:close/>
                <a:moveTo>
                  <a:pt x="8455494" y="1784249"/>
                </a:moveTo>
                <a:cubicBezTo>
                  <a:pt x="8417127" y="1784249"/>
                  <a:pt x="8384146" y="1792073"/>
                  <a:pt x="8356548" y="1807723"/>
                </a:cubicBezTo>
                <a:cubicBezTo>
                  <a:pt x="8328951" y="1823372"/>
                  <a:pt x="8307916" y="1845501"/>
                  <a:pt x="8293445" y="1874107"/>
                </a:cubicBezTo>
                <a:cubicBezTo>
                  <a:pt x="8278973" y="1902714"/>
                  <a:pt x="8271737" y="1936032"/>
                  <a:pt x="8271737" y="1974063"/>
                </a:cubicBezTo>
                <a:cubicBezTo>
                  <a:pt x="8271737" y="2012429"/>
                  <a:pt x="8278721" y="2045580"/>
                  <a:pt x="8292688" y="2073513"/>
                </a:cubicBezTo>
                <a:cubicBezTo>
                  <a:pt x="8306655" y="2101447"/>
                  <a:pt x="8327100" y="2122817"/>
                  <a:pt x="8354024" y="2137626"/>
                </a:cubicBezTo>
                <a:cubicBezTo>
                  <a:pt x="8380948" y="2152434"/>
                  <a:pt x="8413089" y="2159838"/>
                  <a:pt x="8450446" y="2159838"/>
                </a:cubicBezTo>
                <a:cubicBezTo>
                  <a:pt x="8489822" y="2159838"/>
                  <a:pt x="8522972" y="2151340"/>
                  <a:pt x="8549896" y="2134345"/>
                </a:cubicBezTo>
                <a:cubicBezTo>
                  <a:pt x="8576820" y="2117349"/>
                  <a:pt x="8596845" y="2093959"/>
                  <a:pt x="8609970" y="2064174"/>
                </a:cubicBezTo>
                <a:cubicBezTo>
                  <a:pt x="8623096" y="2034389"/>
                  <a:pt x="8629658" y="2000650"/>
                  <a:pt x="8629658" y="1962956"/>
                </a:cubicBezTo>
                <a:cubicBezTo>
                  <a:pt x="8629658" y="1907089"/>
                  <a:pt x="8614513" y="1863338"/>
                  <a:pt x="8584224" y="1831702"/>
                </a:cubicBezTo>
                <a:cubicBezTo>
                  <a:pt x="8553935" y="1800066"/>
                  <a:pt x="8511024" y="1784249"/>
                  <a:pt x="8455494" y="1784249"/>
                </a:cubicBezTo>
                <a:close/>
                <a:moveTo>
                  <a:pt x="7740110" y="1784249"/>
                </a:moveTo>
                <a:cubicBezTo>
                  <a:pt x="7699387" y="1784249"/>
                  <a:pt x="7665311" y="1792746"/>
                  <a:pt x="7637883" y="1809742"/>
                </a:cubicBezTo>
                <a:cubicBezTo>
                  <a:pt x="7610453" y="1826738"/>
                  <a:pt x="7590093" y="1849455"/>
                  <a:pt x="7576799" y="1877894"/>
                </a:cubicBezTo>
                <a:cubicBezTo>
                  <a:pt x="7563505" y="1906332"/>
                  <a:pt x="7556858" y="1937884"/>
                  <a:pt x="7556858" y="1972548"/>
                </a:cubicBezTo>
                <a:cubicBezTo>
                  <a:pt x="7556858" y="2003174"/>
                  <a:pt x="7562243" y="2032538"/>
                  <a:pt x="7573013" y="2060640"/>
                </a:cubicBezTo>
                <a:cubicBezTo>
                  <a:pt x="7583782" y="2088742"/>
                  <a:pt x="7602208" y="2112300"/>
                  <a:pt x="7628291" y="2131315"/>
                </a:cubicBezTo>
                <a:cubicBezTo>
                  <a:pt x="7654373" y="2150330"/>
                  <a:pt x="7688954" y="2159838"/>
                  <a:pt x="7732033" y="2159838"/>
                </a:cubicBezTo>
                <a:cubicBezTo>
                  <a:pt x="7758283" y="2159838"/>
                  <a:pt x="7781757" y="2156893"/>
                  <a:pt x="7802455" y="2151004"/>
                </a:cubicBezTo>
                <a:cubicBezTo>
                  <a:pt x="7823153" y="2145114"/>
                  <a:pt x="7843261" y="2135606"/>
                  <a:pt x="7862782" y="2122481"/>
                </a:cubicBezTo>
                <a:lnTo>
                  <a:pt x="7862782" y="2043729"/>
                </a:lnTo>
                <a:cubicBezTo>
                  <a:pt x="7824751" y="2067287"/>
                  <a:pt x="7788405" y="2079066"/>
                  <a:pt x="7753740" y="2079066"/>
                </a:cubicBezTo>
                <a:cubicBezTo>
                  <a:pt x="7721767" y="2079066"/>
                  <a:pt x="7697536" y="2069138"/>
                  <a:pt x="7681045" y="2049282"/>
                </a:cubicBezTo>
                <a:cubicBezTo>
                  <a:pt x="7664554" y="2029425"/>
                  <a:pt x="7656309" y="2000314"/>
                  <a:pt x="7656309" y="1961947"/>
                </a:cubicBezTo>
                <a:cubicBezTo>
                  <a:pt x="7656309" y="1928292"/>
                  <a:pt x="7662535" y="1900611"/>
                  <a:pt x="7674987" y="1878903"/>
                </a:cubicBezTo>
                <a:cubicBezTo>
                  <a:pt x="7687439" y="1857196"/>
                  <a:pt x="7707296" y="1846342"/>
                  <a:pt x="7734556" y="1846342"/>
                </a:cubicBezTo>
                <a:cubicBezTo>
                  <a:pt x="7753066" y="1846342"/>
                  <a:pt x="7765603" y="1850969"/>
                  <a:pt x="7772166" y="1860225"/>
                </a:cubicBezTo>
                <a:cubicBezTo>
                  <a:pt x="7778729" y="1869480"/>
                  <a:pt x="7782009" y="1881680"/>
                  <a:pt x="7782009" y="1896824"/>
                </a:cubicBezTo>
                <a:lnTo>
                  <a:pt x="7782009" y="1927114"/>
                </a:lnTo>
                <a:lnTo>
                  <a:pt x="7864801" y="1927114"/>
                </a:lnTo>
                <a:lnTo>
                  <a:pt x="7864801" y="1812014"/>
                </a:lnTo>
                <a:cubicBezTo>
                  <a:pt x="7826434" y="1793504"/>
                  <a:pt x="7784871" y="1784249"/>
                  <a:pt x="7740110" y="1784249"/>
                </a:cubicBezTo>
                <a:close/>
                <a:moveTo>
                  <a:pt x="4083519" y="1784249"/>
                </a:moveTo>
                <a:cubicBezTo>
                  <a:pt x="4139050" y="1784249"/>
                  <a:pt x="4181960" y="1800066"/>
                  <a:pt x="4212249" y="1831702"/>
                </a:cubicBezTo>
                <a:cubicBezTo>
                  <a:pt x="4242539" y="1863338"/>
                  <a:pt x="4257684" y="1907089"/>
                  <a:pt x="4257684" y="1962956"/>
                </a:cubicBezTo>
                <a:cubicBezTo>
                  <a:pt x="4257684" y="2000650"/>
                  <a:pt x="4251121" y="2034389"/>
                  <a:pt x="4237996" y="2064174"/>
                </a:cubicBezTo>
                <a:cubicBezTo>
                  <a:pt x="4224870" y="2093959"/>
                  <a:pt x="4204845" y="2117349"/>
                  <a:pt x="4177921" y="2134345"/>
                </a:cubicBezTo>
                <a:cubicBezTo>
                  <a:pt x="4150997" y="2151340"/>
                  <a:pt x="4117847" y="2159838"/>
                  <a:pt x="4078471" y="2159838"/>
                </a:cubicBezTo>
                <a:cubicBezTo>
                  <a:pt x="4041114" y="2159838"/>
                  <a:pt x="4008973" y="2152434"/>
                  <a:pt x="3982049" y="2137626"/>
                </a:cubicBezTo>
                <a:cubicBezTo>
                  <a:pt x="3955125" y="2122817"/>
                  <a:pt x="3934680" y="2101447"/>
                  <a:pt x="3920713" y="2073513"/>
                </a:cubicBezTo>
                <a:cubicBezTo>
                  <a:pt x="3906746" y="2045580"/>
                  <a:pt x="3899763" y="2012429"/>
                  <a:pt x="3899763" y="1974063"/>
                </a:cubicBezTo>
                <a:cubicBezTo>
                  <a:pt x="3899763" y="1936032"/>
                  <a:pt x="3906999" y="1902714"/>
                  <a:pt x="3921470" y="1874107"/>
                </a:cubicBezTo>
                <a:cubicBezTo>
                  <a:pt x="3935942" y="1845501"/>
                  <a:pt x="3956976" y="1823372"/>
                  <a:pt x="3984573" y="1807723"/>
                </a:cubicBezTo>
                <a:cubicBezTo>
                  <a:pt x="4012170" y="1792073"/>
                  <a:pt x="4045153" y="1784249"/>
                  <a:pt x="4083519" y="1784249"/>
                </a:cubicBezTo>
                <a:close/>
                <a:moveTo>
                  <a:pt x="7271185" y="1470969"/>
                </a:moveTo>
                <a:lnTo>
                  <a:pt x="7278845" y="1498017"/>
                </a:lnTo>
                <a:lnTo>
                  <a:pt x="7285058" y="1539132"/>
                </a:lnTo>
                <a:lnTo>
                  <a:pt x="7240009" y="1539132"/>
                </a:lnTo>
                <a:lnTo>
                  <a:pt x="7240009" y="1482087"/>
                </a:lnTo>
                <a:lnTo>
                  <a:pt x="7250610" y="1482087"/>
                </a:lnTo>
                <a:cubicBezTo>
                  <a:pt x="7260370" y="1482087"/>
                  <a:pt x="7266597" y="1480909"/>
                  <a:pt x="7269289" y="1478553"/>
                </a:cubicBezTo>
                <a:close/>
                <a:moveTo>
                  <a:pt x="3482540" y="1390714"/>
                </a:moveTo>
                <a:lnTo>
                  <a:pt x="3482540" y="1471486"/>
                </a:lnTo>
                <a:lnTo>
                  <a:pt x="3517373" y="1471486"/>
                </a:lnTo>
                <a:cubicBezTo>
                  <a:pt x="3533191" y="1471486"/>
                  <a:pt x="3544633" y="1468204"/>
                  <a:pt x="3551701" y="1461641"/>
                </a:cubicBezTo>
                <a:cubicBezTo>
                  <a:pt x="3558769" y="1455079"/>
                  <a:pt x="3562302" y="1445066"/>
                  <a:pt x="3562302" y="1431604"/>
                </a:cubicBezTo>
                <a:cubicBezTo>
                  <a:pt x="3562302" y="1416123"/>
                  <a:pt x="3557843" y="1405438"/>
                  <a:pt x="3548924" y="1399548"/>
                </a:cubicBezTo>
                <a:cubicBezTo>
                  <a:pt x="3540006" y="1393658"/>
                  <a:pt x="3527470" y="1390714"/>
                  <a:pt x="3511315" y="1390714"/>
                </a:cubicBezTo>
                <a:close/>
                <a:moveTo>
                  <a:pt x="2930033" y="1380112"/>
                </a:moveTo>
                <a:lnTo>
                  <a:pt x="3188503" y="1380112"/>
                </a:lnTo>
                <a:lnTo>
                  <a:pt x="3188503" y="1445740"/>
                </a:lnTo>
                <a:lnTo>
                  <a:pt x="2930033" y="1445740"/>
                </a:lnTo>
                <a:close/>
                <a:moveTo>
                  <a:pt x="7871745" y="1277128"/>
                </a:moveTo>
                <a:lnTo>
                  <a:pt x="7872755" y="1277128"/>
                </a:lnTo>
                <a:lnTo>
                  <a:pt x="7906073" y="1379102"/>
                </a:lnTo>
                <a:lnTo>
                  <a:pt x="7837417" y="1379102"/>
                </a:lnTo>
                <a:close/>
                <a:moveTo>
                  <a:pt x="3861720" y="1277128"/>
                </a:moveTo>
                <a:lnTo>
                  <a:pt x="3827392" y="1379102"/>
                </a:lnTo>
                <a:lnTo>
                  <a:pt x="3896048" y="1379102"/>
                </a:lnTo>
                <a:lnTo>
                  <a:pt x="3862729" y="1277128"/>
                </a:lnTo>
                <a:close/>
                <a:moveTo>
                  <a:pt x="1242346" y="1277128"/>
                </a:moveTo>
                <a:lnTo>
                  <a:pt x="1208018" y="1379102"/>
                </a:lnTo>
                <a:lnTo>
                  <a:pt x="1276674" y="1379102"/>
                </a:lnTo>
                <a:lnTo>
                  <a:pt x="1243355" y="1277128"/>
                </a:lnTo>
                <a:close/>
                <a:moveTo>
                  <a:pt x="9141399" y="1255925"/>
                </a:moveTo>
                <a:lnTo>
                  <a:pt x="9169164" y="1255925"/>
                </a:lnTo>
                <a:cubicBezTo>
                  <a:pt x="9196761" y="1255925"/>
                  <a:pt x="9217796" y="1264339"/>
                  <a:pt x="9232267" y="1281167"/>
                </a:cubicBezTo>
                <a:cubicBezTo>
                  <a:pt x="9246739" y="1297994"/>
                  <a:pt x="9253974" y="1325928"/>
                  <a:pt x="9253974" y="1364968"/>
                </a:cubicBezTo>
                <a:cubicBezTo>
                  <a:pt x="9253974" y="1400978"/>
                  <a:pt x="9246739" y="1427650"/>
                  <a:pt x="9232267" y="1444982"/>
                </a:cubicBezTo>
                <a:cubicBezTo>
                  <a:pt x="9217796" y="1462315"/>
                  <a:pt x="9196088" y="1470981"/>
                  <a:pt x="9167145" y="1470981"/>
                </a:cubicBezTo>
                <a:lnTo>
                  <a:pt x="9141399" y="1470981"/>
                </a:lnTo>
                <a:close/>
                <a:moveTo>
                  <a:pt x="4836099" y="1255925"/>
                </a:moveTo>
                <a:lnTo>
                  <a:pt x="4836099" y="1470981"/>
                </a:lnTo>
                <a:lnTo>
                  <a:pt x="4861845" y="1470981"/>
                </a:lnTo>
                <a:cubicBezTo>
                  <a:pt x="4890788" y="1470981"/>
                  <a:pt x="4912496" y="1462315"/>
                  <a:pt x="4926967" y="1444982"/>
                </a:cubicBezTo>
                <a:cubicBezTo>
                  <a:pt x="4941439" y="1427650"/>
                  <a:pt x="4948675" y="1400978"/>
                  <a:pt x="4948675" y="1364968"/>
                </a:cubicBezTo>
                <a:cubicBezTo>
                  <a:pt x="4948675" y="1325928"/>
                  <a:pt x="4941439" y="1297994"/>
                  <a:pt x="4926967" y="1281167"/>
                </a:cubicBezTo>
                <a:cubicBezTo>
                  <a:pt x="4912496" y="1264339"/>
                  <a:pt x="4891461" y="1255925"/>
                  <a:pt x="4863864" y="1255925"/>
                </a:cubicBezTo>
                <a:close/>
                <a:moveTo>
                  <a:pt x="3482540" y="1253401"/>
                </a:moveTo>
                <a:lnTo>
                  <a:pt x="3482540" y="1324581"/>
                </a:lnTo>
                <a:lnTo>
                  <a:pt x="3509801" y="1324581"/>
                </a:lnTo>
                <a:cubicBezTo>
                  <a:pt x="3523599" y="1324581"/>
                  <a:pt x="3533527" y="1321637"/>
                  <a:pt x="3539585" y="1315747"/>
                </a:cubicBezTo>
                <a:cubicBezTo>
                  <a:pt x="3545643" y="1309857"/>
                  <a:pt x="3548672" y="1300686"/>
                  <a:pt x="3548672" y="1288234"/>
                </a:cubicBezTo>
                <a:cubicBezTo>
                  <a:pt x="3548672" y="1276455"/>
                  <a:pt x="3545475" y="1267705"/>
                  <a:pt x="3539080" y="1261983"/>
                </a:cubicBezTo>
                <a:cubicBezTo>
                  <a:pt x="3532686" y="1256262"/>
                  <a:pt x="3522758" y="1253401"/>
                  <a:pt x="3509296" y="1253401"/>
                </a:cubicBezTo>
                <a:close/>
                <a:moveTo>
                  <a:pt x="2193531" y="1244314"/>
                </a:moveTo>
                <a:cubicBezTo>
                  <a:pt x="2167953" y="1244314"/>
                  <a:pt x="2148434" y="1254916"/>
                  <a:pt x="2134971" y="1276118"/>
                </a:cubicBezTo>
                <a:cubicBezTo>
                  <a:pt x="2121509" y="1297321"/>
                  <a:pt x="2114779" y="1327106"/>
                  <a:pt x="2114779" y="1365472"/>
                </a:cubicBezTo>
                <a:cubicBezTo>
                  <a:pt x="2114779" y="1403839"/>
                  <a:pt x="2121341" y="1432782"/>
                  <a:pt x="2134467" y="1452302"/>
                </a:cubicBezTo>
                <a:cubicBezTo>
                  <a:pt x="2147592" y="1471822"/>
                  <a:pt x="2167112" y="1481582"/>
                  <a:pt x="2193026" y="1481582"/>
                </a:cubicBezTo>
                <a:cubicBezTo>
                  <a:pt x="2219950" y="1481582"/>
                  <a:pt x="2239470" y="1471401"/>
                  <a:pt x="2251586" y="1451040"/>
                </a:cubicBezTo>
                <a:cubicBezTo>
                  <a:pt x="2263702" y="1430679"/>
                  <a:pt x="2269759" y="1399800"/>
                  <a:pt x="2269759" y="1358405"/>
                </a:cubicBezTo>
                <a:cubicBezTo>
                  <a:pt x="2269759" y="1282344"/>
                  <a:pt x="2244351" y="1244314"/>
                  <a:pt x="2193531" y="1244314"/>
                </a:cubicBezTo>
                <a:close/>
                <a:moveTo>
                  <a:pt x="498081" y="1244314"/>
                </a:moveTo>
                <a:cubicBezTo>
                  <a:pt x="472503" y="1244314"/>
                  <a:pt x="452983" y="1254916"/>
                  <a:pt x="439521" y="1276118"/>
                </a:cubicBezTo>
                <a:cubicBezTo>
                  <a:pt x="426060" y="1297321"/>
                  <a:pt x="419329" y="1327106"/>
                  <a:pt x="419329" y="1365472"/>
                </a:cubicBezTo>
                <a:cubicBezTo>
                  <a:pt x="419329" y="1403839"/>
                  <a:pt x="425891" y="1432782"/>
                  <a:pt x="439017" y="1452302"/>
                </a:cubicBezTo>
                <a:cubicBezTo>
                  <a:pt x="452142" y="1471822"/>
                  <a:pt x="471662" y="1481582"/>
                  <a:pt x="497576" y="1481582"/>
                </a:cubicBezTo>
                <a:cubicBezTo>
                  <a:pt x="524500" y="1481582"/>
                  <a:pt x="544020" y="1471401"/>
                  <a:pt x="556136" y="1451040"/>
                </a:cubicBezTo>
                <a:cubicBezTo>
                  <a:pt x="568252" y="1430679"/>
                  <a:pt x="574310" y="1399800"/>
                  <a:pt x="574310" y="1358405"/>
                </a:cubicBezTo>
                <a:cubicBezTo>
                  <a:pt x="574310" y="1282344"/>
                  <a:pt x="548900" y="1244314"/>
                  <a:pt x="498081" y="1244314"/>
                </a:cubicBezTo>
                <a:close/>
                <a:moveTo>
                  <a:pt x="10110501" y="1186259"/>
                </a:moveTo>
                <a:lnTo>
                  <a:pt x="10110501" y="1302874"/>
                </a:lnTo>
                <a:lnTo>
                  <a:pt x="10183700" y="1302874"/>
                </a:lnTo>
                <a:lnTo>
                  <a:pt x="10183700" y="1272585"/>
                </a:lnTo>
                <a:cubicBezTo>
                  <a:pt x="10183700" y="1264507"/>
                  <a:pt x="10184794" y="1259543"/>
                  <a:pt x="10186983" y="1257692"/>
                </a:cubicBezTo>
                <a:cubicBezTo>
                  <a:pt x="10189170" y="1255841"/>
                  <a:pt x="10194471" y="1254916"/>
                  <a:pt x="10202884" y="1254916"/>
                </a:cubicBezTo>
                <a:lnTo>
                  <a:pt x="10231154" y="1254916"/>
                </a:lnTo>
                <a:lnTo>
                  <a:pt x="10231154" y="1463408"/>
                </a:lnTo>
                <a:cubicBezTo>
                  <a:pt x="10231154" y="1470139"/>
                  <a:pt x="10229808" y="1474935"/>
                  <a:pt x="10227116" y="1477796"/>
                </a:cubicBezTo>
                <a:cubicBezTo>
                  <a:pt x="10224423" y="1480657"/>
                  <a:pt x="10218534" y="1482087"/>
                  <a:pt x="10209446" y="1482087"/>
                </a:cubicBezTo>
                <a:lnTo>
                  <a:pt x="10191778" y="1482087"/>
                </a:lnTo>
                <a:lnTo>
                  <a:pt x="10191778" y="1539132"/>
                </a:lnTo>
                <a:lnTo>
                  <a:pt x="10366952" y="1539132"/>
                </a:lnTo>
                <a:lnTo>
                  <a:pt x="10366952" y="1482087"/>
                </a:lnTo>
                <a:lnTo>
                  <a:pt x="10356856" y="1482087"/>
                </a:lnTo>
                <a:cubicBezTo>
                  <a:pt x="10345076" y="1482087"/>
                  <a:pt x="10337420" y="1480993"/>
                  <a:pt x="10333886" y="1478806"/>
                </a:cubicBezTo>
                <a:cubicBezTo>
                  <a:pt x="10330353" y="1476618"/>
                  <a:pt x="10328586" y="1470981"/>
                  <a:pt x="10328586" y="1461894"/>
                </a:cubicBezTo>
                <a:lnTo>
                  <a:pt x="10328586" y="1254916"/>
                </a:lnTo>
                <a:lnTo>
                  <a:pt x="10357865" y="1254916"/>
                </a:lnTo>
                <a:cubicBezTo>
                  <a:pt x="10365605" y="1254916"/>
                  <a:pt x="10370570" y="1255841"/>
                  <a:pt x="10372757" y="1257692"/>
                </a:cubicBezTo>
                <a:cubicBezTo>
                  <a:pt x="10374946" y="1259543"/>
                  <a:pt x="10376039" y="1263666"/>
                  <a:pt x="10376039" y="1270060"/>
                </a:cubicBezTo>
                <a:lnTo>
                  <a:pt x="10376039" y="1302874"/>
                </a:lnTo>
                <a:lnTo>
                  <a:pt x="10449239" y="1302874"/>
                </a:lnTo>
                <a:lnTo>
                  <a:pt x="10449239" y="1186259"/>
                </a:lnTo>
                <a:close/>
                <a:moveTo>
                  <a:pt x="9726034" y="1186259"/>
                </a:moveTo>
                <a:lnTo>
                  <a:pt x="9726034" y="1243305"/>
                </a:lnTo>
                <a:lnTo>
                  <a:pt x="9735625" y="1243305"/>
                </a:lnTo>
                <a:cubicBezTo>
                  <a:pt x="9744713" y="1243305"/>
                  <a:pt x="9751107" y="1244567"/>
                  <a:pt x="9754809" y="1247091"/>
                </a:cubicBezTo>
                <a:cubicBezTo>
                  <a:pt x="9758511" y="1249615"/>
                  <a:pt x="9760362" y="1254916"/>
                  <a:pt x="9760362" y="1262993"/>
                </a:cubicBezTo>
                <a:lnTo>
                  <a:pt x="9760362" y="1463408"/>
                </a:lnTo>
                <a:cubicBezTo>
                  <a:pt x="9760362" y="1471149"/>
                  <a:pt x="9758680" y="1476197"/>
                  <a:pt x="9755314" y="1478553"/>
                </a:cubicBezTo>
                <a:cubicBezTo>
                  <a:pt x="9751949" y="1480909"/>
                  <a:pt x="9744881" y="1482087"/>
                  <a:pt x="9734111" y="1482087"/>
                </a:cubicBezTo>
                <a:lnTo>
                  <a:pt x="9726034" y="1482087"/>
                </a:lnTo>
                <a:lnTo>
                  <a:pt x="9726034" y="1539132"/>
                </a:lnTo>
                <a:lnTo>
                  <a:pt x="9873948" y="1539132"/>
                </a:lnTo>
                <a:lnTo>
                  <a:pt x="9873948" y="1482087"/>
                </a:lnTo>
                <a:lnTo>
                  <a:pt x="9864356" y="1482087"/>
                </a:lnTo>
                <a:cubicBezTo>
                  <a:pt x="9854596" y="1482087"/>
                  <a:pt x="9848117" y="1480825"/>
                  <a:pt x="9844920" y="1478301"/>
                </a:cubicBezTo>
                <a:cubicBezTo>
                  <a:pt x="9841723" y="1475777"/>
                  <a:pt x="9840125" y="1470981"/>
                  <a:pt x="9840125" y="1463913"/>
                </a:cubicBezTo>
                <a:lnTo>
                  <a:pt x="9840125" y="1320543"/>
                </a:lnTo>
                <a:lnTo>
                  <a:pt x="9841134" y="1320543"/>
                </a:lnTo>
                <a:lnTo>
                  <a:pt x="9945633" y="1542161"/>
                </a:lnTo>
                <a:lnTo>
                  <a:pt x="10042559" y="1542161"/>
                </a:lnTo>
                <a:lnTo>
                  <a:pt x="10042559" y="1262993"/>
                </a:lnTo>
                <a:cubicBezTo>
                  <a:pt x="10042559" y="1254916"/>
                  <a:pt x="10044074" y="1249615"/>
                  <a:pt x="10047103" y="1247091"/>
                </a:cubicBezTo>
                <a:cubicBezTo>
                  <a:pt x="10050132" y="1244567"/>
                  <a:pt x="10056022" y="1243305"/>
                  <a:pt x="10064771" y="1243305"/>
                </a:cubicBezTo>
                <a:lnTo>
                  <a:pt x="10076887" y="1243305"/>
                </a:lnTo>
                <a:lnTo>
                  <a:pt x="10076887" y="1186259"/>
                </a:lnTo>
                <a:lnTo>
                  <a:pt x="9930488" y="1186259"/>
                </a:lnTo>
                <a:lnTo>
                  <a:pt x="9930488" y="1243305"/>
                </a:lnTo>
                <a:lnTo>
                  <a:pt x="9936041" y="1243305"/>
                </a:lnTo>
                <a:cubicBezTo>
                  <a:pt x="9947147" y="1243305"/>
                  <a:pt x="9954383" y="1244651"/>
                  <a:pt x="9957749" y="1247343"/>
                </a:cubicBezTo>
                <a:cubicBezTo>
                  <a:pt x="9961114" y="1250036"/>
                  <a:pt x="9962797" y="1256094"/>
                  <a:pt x="9962797" y="1265517"/>
                </a:cubicBezTo>
                <a:lnTo>
                  <a:pt x="9962797" y="1389199"/>
                </a:lnTo>
                <a:lnTo>
                  <a:pt x="9961787" y="1389199"/>
                </a:lnTo>
                <a:lnTo>
                  <a:pt x="9871929" y="1186259"/>
                </a:lnTo>
                <a:close/>
                <a:moveTo>
                  <a:pt x="9402184" y="1186259"/>
                </a:moveTo>
                <a:lnTo>
                  <a:pt x="9402184" y="1243305"/>
                </a:lnTo>
                <a:lnTo>
                  <a:pt x="9412786" y="1243305"/>
                </a:lnTo>
                <a:cubicBezTo>
                  <a:pt x="9421536" y="1243305"/>
                  <a:pt x="9427509" y="1244483"/>
                  <a:pt x="9430707" y="1246838"/>
                </a:cubicBezTo>
                <a:cubicBezTo>
                  <a:pt x="9433904" y="1249194"/>
                  <a:pt x="9435502" y="1254243"/>
                  <a:pt x="9435502" y="1261983"/>
                </a:cubicBezTo>
                <a:lnTo>
                  <a:pt x="9435502" y="1462399"/>
                </a:lnTo>
                <a:cubicBezTo>
                  <a:pt x="9435502" y="1470812"/>
                  <a:pt x="9434156" y="1476197"/>
                  <a:pt x="9431464" y="1478553"/>
                </a:cubicBezTo>
                <a:cubicBezTo>
                  <a:pt x="9428772" y="1480909"/>
                  <a:pt x="9422544" y="1482087"/>
                  <a:pt x="9412786" y="1482087"/>
                </a:cubicBezTo>
                <a:lnTo>
                  <a:pt x="9402184" y="1482087"/>
                </a:lnTo>
                <a:lnTo>
                  <a:pt x="9402184" y="1539132"/>
                </a:lnTo>
                <a:lnTo>
                  <a:pt x="9685896" y="1539132"/>
                </a:lnTo>
                <a:lnTo>
                  <a:pt x="9685896" y="1430090"/>
                </a:lnTo>
                <a:lnTo>
                  <a:pt x="9613200" y="1430090"/>
                </a:lnTo>
                <a:lnTo>
                  <a:pt x="9613200" y="1446244"/>
                </a:lnTo>
                <a:cubicBezTo>
                  <a:pt x="9613200" y="1453312"/>
                  <a:pt x="9612780" y="1458360"/>
                  <a:pt x="9611939" y="1461389"/>
                </a:cubicBezTo>
                <a:cubicBezTo>
                  <a:pt x="9611098" y="1464418"/>
                  <a:pt x="9609078" y="1466690"/>
                  <a:pt x="9605881" y="1468204"/>
                </a:cubicBezTo>
                <a:cubicBezTo>
                  <a:pt x="9602683" y="1469719"/>
                  <a:pt x="9597214" y="1470476"/>
                  <a:pt x="9589474" y="1470476"/>
                </a:cubicBezTo>
                <a:lnTo>
                  <a:pt x="9533943" y="1470476"/>
                </a:lnTo>
                <a:lnTo>
                  <a:pt x="9533943" y="1393743"/>
                </a:lnTo>
                <a:lnTo>
                  <a:pt x="9637937" y="1393743"/>
                </a:lnTo>
                <a:lnTo>
                  <a:pt x="9637937" y="1322562"/>
                </a:lnTo>
                <a:lnTo>
                  <a:pt x="9533943" y="1322562"/>
                </a:lnTo>
                <a:lnTo>
                  <a:pt x="9533943" y="1254916"/>
                </a:lnTo>
                <a:lnTo>
                  <a:pt x="9588464" y="1254916"/>
                </a:lnTo>
                <a:cubicBezTo>
                  <a:pt x="9595531" y="1254916"/>
                  <a:pt x="9600411" y="1256346"/>
                  <a:pt x="9603104" y="1259207"/>
                </a:cubicBezTo>
                <a:cubicBezTo>
                  <a:pt x="9605797" y="1262067"/>
                  <a:pt x="9607142" y="1267368"/>
                  <a:pt x="9607142" y="1275109"/>
                </a:cubicBezTo>
                <a:lnTo>
                  <a:pt x="9607142" y="1291263"/>
                </a:lnTo>
                <a:lnTo>
                  <a:pt x="9679838" y="1291263"/>
                </a:lnTo>
                <a:lnTo>
                  <a:pt x="9679838" y="1186259"/>
                </a:lnTo>
                <a:close/>
                <a:moveTo>
                  <a:pt x="9012164" y="1186259"/>
                </a:moveTo>
                <a:lnTo>
                  <a:pt x="9012164" y="1243305"/>
                </a:lnTo>
                <a:lnTo>
                  <a:pt x="9019736" y="1243305"/>
                </a:lnTo>
                <a:cubicBezTo>
                  <a:pt x="9030506" y="1243305"/>
                  <a:pt x="9037573" y="1244483"/>
                  <a:pt x="9040939" y="1246838"/>
                </a:cubicBezTo>
                <a:cubicBezTo>
                  <a:pt x="9044304" y="1249194"/>
                  <a:pt x="9045987" y="1254747"/>
                  <a:pt x="9045987" y="1263498"/>
                </a:cubicBezTo>
                <a:lnTo>
                  <a:pt x="9045987" y="1462399"/>
                </a:lnTo>
                <a:cubicBezTo>
                  <a:pt x="9045987" y="1468457"/>
                  <a:pt x="9045230" y="1472832"/>
                  <a:pt x="9043715" y="1475524"/>
                </a:cubicBezTo>
                <a:cubicBezTo>
                  <a:pt x="9042200" y="1478217"/>
                  <a:pt x="9039508" y="1479983"/>
                  <a:pt x="9035638" y="1480825"/>
                </a:cubicBezTo>
                <a:cubicBezTo>
                  <a:pt x="9031768" y="1481666"/>
                  <a:pt x="9025458" y="1482087"/>
                  <a:pt x="9016707" y="1482087"/>
                </a:cubicBezTo>
                <a:lnTo>
                  <a:pt x="9012164" y="1482087"/>
                </a:lnTo>
                <a:lnTo>
                  <a:pt x="9012164" y="1539132"/>
                </a:lnTo>
                <a:lnTo>
                  <a:pt x="9193900" y="1539132"/>
                </a:lnTo>
                <a:cubicBezTo>
                  <a:pt x="9244047" y="1539132"/>
                  <a:pt x="9283928" y="1523146"/>
                  <a:pt x="9313544" y="1491174"/>
                </a:cubicBezTo>
                <a:cubicBezTo>
                  <a:pt x="9328016" y="1475356"/>
                  <a:pt x="9339038" y="1456257"/>
                  <a:pt x="9346611" y="1433876"/>
                </a:cubicBezTo>
                <a:cubicBezTo>
                  <a:pt x="9354182" y="1411496"/>
                  <a:pt x="9357969" y="1387348"/>
                  <a:pt x="9357969" y="1361434"/>
                </a:cubicBezTo>
                <a:cubicBezTo>
                  <a:pt x="9357969" y="1334510"/>
                  <a:pt x="9354435" y="1310783"/>
                  <a:pt x="9347368" y="1290253"/>
                </a:cubicBezTo>
                <a:cubicBezTo>
                  <a:pt x="9340299" y="1269724"/>
                  <a:pt x="9329699" y="1251382"/>
                  <a:pt x="9315564" y="1235228"/>
                </a:cubicBezTo>
                <a:cubicBezTo>
                  <a:pt x="9301092" y="1218737"/>
                  <a:pt x="9283255" y="1206453"/>
                  <a:pt x="9262052" y="1198375"/>
                </a:cubicBezTo>
                <a:cubicBezTo>
                  <a:pt x="9240849" y="1190298"/>
                  <a:pt x="9214598" y="1186259"/>
                  <a:pt x="9183299" y="1186259"/>
                </a:cubicBezTo>
                <a:close/>
                <a:moveTo>
                  <a:pt x="8800595" y="1186259"/>
                </a:moveTo>
                <a:lnTo>
                  <a:pt x="8800595" y="1243305"/>
                </a:lnTo>
                <a:lnTo>
                  <a:pt x="8809177" y="1243305"/>
                </a:lnTo>
                <a:cubicBezTo>
                  <a:pt x="8819946" y="1243305"/>
                  <a:pt x="8826845" y="1244483"/>
                  <a:pt x="8829874" y="1246838"/>
                </a:cubicBezTo>
                <a:cubicBezTo>
                  <a:pt x="8832903" y="1249194"/>
                  <a:pt x="8834417" y="1254243"/>
                  <a:pt x="8834417" y="1261983"/>
                </a:cubicBezTo>
                <a:lnTo>
                  <a:pt x="8834417" y="1462399"/>
                </a:lnTo>
                <a:cubicBezTo>
                  <a:pt x="8834417" y="1470812"/>
                  <a:pt x="8832903" y="1476197"/>
                  <a:pt x="8829874" y="1478553"/>
                </a:cubicBezTo>
                <a:cubicBezTo>
                  <a:pt x="8826845" y="1480909"/>
                  <a:pt x="8820114" y="1482087"/>
                  <a:pt x="8809681" y="1482087"/>
                </a:cubicBezTo>
                <a:lnTo>
                  <a:pt x="8800595" y="1482087"/>
                </a:lnTo>
                <a:lnTo>
                  <a:pt x="8800595" y="1539132"/>
                </a:lnTo>
                <a:lnTo>
                  <a:pt x="8967187" y="1539132"/>
                </a:lnTo>
                <a:lnTo>
                  <a:pt x="8967187" y="1482087"/>
                </a:lnTo>
                <a:lnTo>
                  <a:pt x="8956585" y="1482087"/>
                </a:lnTo>
                <a:cubicBezTo>
                  <a:pt x="8947498" y="1482087"/>
                  <a:pt x="8941356" y="1480657"/>
                  <a:pt x="8938159" y="1477796"/>
                </a:cubicBezTo>
                <a:cubicBezTo>
                  <a:pt x="8934961" y="1474935"/>
                  <a:pt x="8933363" y="1470139"/>
                  <a:pt x="8933363" y="1463408"/>
                </a:cubicBezTo>
                <a:lnTo>
                  <a:pt x="8933363" y="1265517"/>
                </a:lnTo>
                <a:cubicBezTo>
                  <a:pt x="8933363" y="1256430"/>
                  <a:pt x="8934878" y="1250456"/>
                  <a:pt x="8937907" y="1247595"/>
                </a:cubicBezTo>
                <a:cubicBezTo>
                  <a:pt x="8940935" y="1244735"/>
                  <a:pt x="8946825" y="1243305"/>
                  <a:pt x="8955576" y="1243305"/>
                </a:cubicBezTo>
                <a:lnTo>
                  <a:pt x="8967187" y="1243305"/>
                </a:lnTo>
                <a:lnTo>
                  <a:pt x="8967187" y="1186259"/>
                </a:lnTo>
                <a:close/>
                <a:moveTo>
                  <a:pt x="6924674" y="1186259"/>
                </a:moveTo>
                <a:lnTo>
                  <a:pt x="7095305" y="1186259"/>
                </a:lnTo>
                <a:lnTo>
                  <a:pt x="7095305" y="1243305"/>
                </a:lnTo>
                <a:lnTo>
                  <a:pt x="7080160" y="1243305"/>
                </a:lnTo>
                <a:cubicBezTo>
                  <a:pt x="7070737" y="1243305"/>
                  <a:pt x="7064427" y="1244567"/>
                  <a:pt x="7061229" y="1247091"/>
                </a:cubicBezTo>
                <a:cubicBezTo>
                  <a:pt x="7058032" y="1249615"/>
                  <a:pt x="7056434" y="1254579"/>
                  <a:pt x="7056434" y="1261983"/>
                </a:cubicBezTo>
                <a:lnTo>
                  <a:pt x="7056434" y="1470981"/>
                </a:lnTo>
                <a:lnTo>
                  <a:pt x="7105906" y="1470981"/>
                </a:lnTo>
                <a:cubicBezTo>
                  <a:pt x="7115667" y="1470981"/>
                  <a:pt x="7121808" y="1469466"/>
                  <a:pt x="7124333" y="1466437"/>
                </a:cubicBezTo>
                <a:cubicBezTo>
                  <a:pt x="7126857" y="1463408"/>
                  <a:pt x="7128119" y="1458697"/>
                  <a:pt x="7128119" y="1452302"/>
                </a:cubicBezTo>
                <a:lnTo>
                  <a:pt x="7128119" y="1423527"/>
                </a:lnTo>
                <a:lnTo>
                  <a:pt x="7200814" y="1423527"/>
                </a:lnTo>
                <a:lnTo>
                  <a:pt x="7200814" y="1539132"/>
                </a:lnTo>
                <a:lnTo>
                  <a:pt x="6924674" y="1539132"/>
                </a:lnTo>
                <a:lnTo>
                  <a:pt x="6924674" y="1482087"/>
                </a:lnTo>
                <a:lnTo>
                  <a:pt x="6936285" y="1482087"/>
                </a:lnTo>
                <a:cubicBezTo>
                  <a:pt x="6945036" y="1482087"/>
                  <a:pt x="6951009" y="1480825"/>
                  <a:pt x="6954207" y="1478301"/>
                </a:cubicBezTo>
                <a:cubicBezTo>
                  <a:pt x="6957404" y="1475777"/>
                  <a:pt x="6959003" y="1471149"/>
                  <a:pt x="6959003" y="1464418"/>
                </a:cubicBezTo>
                <a:lnTo>
                  <a:pt x="6959003" y="1264003"/>
                </a:lnTo>
                <a:cubicBezTo>
                  <a:pt x="6959003" y="1255589"/>
                  <a:pt x="6957488" y="1250036"/>
                  <a:pt x="6954459" y="1247343"/>
                </a:cubicBezTo>
                <a:cubicBezTo>
                  <a:pt x="6951430" y="1244651"/>
                  <a:pt x="6944363" y="1243305"/>
                  <a:pt x="6933256" y="1243305"/>
                </a:cubicBezTo>
                <a:lnTo>
                  <a:pt x="6924674" y="1243305"/>
                </a:lnTo>
                <a:close/>
                <a:moveTo>
                  <a:pt x="6352669" y="1186259"/>
                </a:moveTo>
                <a:lnTo>
                  <a:pt x="6519261" y="1186259"/>
                </a:lnTo>
                <a:lnTo>
                  <a:pt x="6519261" y="1243305"/>
                </a:lnTo>
                <a:lnTo>
                  <a:pt x="6507651" y="1243305"/>
                </a:lnTo>
                <a:cubicBezTo>
                  <a:pt x="6498900" y="1243305"/>
                  <a:pt x="6493011" y="1244735"/>
                  <a:pt x="6489981" y="1247595"/>
                </a:cubicBezTo>
                <a:cubicBezTo>
                  <a:pt x="6486952" y="1250456"/>
                  <a:pt x="6485438" y="1256430"/>
                  <a:pt x="6485438" y="1265517"/>
                </a:cubicBezTo>
                <a:lnTo>
                  <a:pt x="6485438" y="1463408"/>
                </a:lnTo>
                <a:cubicBezTo>
                  <a:pt x="6485438" y="1470139"/>
                  <a:pt x="6487037" y="1474935"/>
                  <a:pt x="6490234" y="1477796"/>
                </a:cubicBezTo>
                <a:cubicBezTo>
                  <a:pt x="6493431" y="1480657"/>
                  <a:pt x="6499573" y="1482087"/>
                  <a:pt x="6508660" y="1482087"/>
                </a:cubicBezTo>
                <a:lnTo>
                  <a:pt x="6519261" y="1482087"/>
                </a:lnTo>
                <a:lnTo>
                  <a:pt x="6519261" y="1539132"/>
                </a:lnTo>
                <a:lnTo>
                  <a:pt x="6352669" y="1539132"/>
                </a:lnTo>
                <a:lnTo>
                  <a:pt x="6352669" y="1482087"/>
                </a:lnTo>
                <a:lnTo>
                  <a:pt x="6361756" y="1482087"/>
                </a:lnTo>
                <a:cubicBezTo>
                  <a:pt x="6372189" y="1482087"/>
                  <a:pt x="6378920" y="1480909"/>
                  <a:pt x="6381949" y="1478553"/>
                </a:cubicBezTo>
                <a:cubicBezTo>
                  <a:pt x="6384978" y="1476197"/>
                  <a:pt x="6386493" y="1470812"/>
                  <a:pt x="6386493" y="1462399"/>
                </a:cubicBezTo>
                <a:lnTo>
                  <a:pt x="6386493" y="1261983"/>
                </a:lnTo>
                <a:cubicBezTo>
                  <a:pt x="6386493" y="1254243"/>
                  <a:pt x="6384978" y="1249194"/>
                  <a:pt x="6381949" y="1246838"/>
                </a:cubicBezTo>
                <a:cubicBezTo>
                  <a:pt x="6378920" y="1244483"/>
                  <a:pt x="6372020" y="1243305"/>
                  <a:pt x="6361251" y="1243305"/>
                </a:cubicBezTo>
                <a:lnTo>
                  <a:pt x="6352669" y="1243305"/>
                </a:lnTo>
                <a:close/>
                <a:moveTo>
                  <a:pt x="5954638" y="1186259"/>
                </a:moveTo>
                <a:lnTo>
                  <a:pt x="6114163" y="1186259"/>
                </a:lnTo>
                <a:lnTo>
                  <a:pt x="6114163" y="1243305"/>
                </a:lnTo>
                <a:cubicBezTo>
                  <a:pt x="6102721" y="1243305"/>
                  <a:pt x="6095232" y="1244483"/>
                  <a:pt x="6091699" y="1246838"/>
                </a:cubicBezTo>
                <a:cubicBezTo>
                  <a:pt x="6088165" y="1249194"/>
                  <a:pt x="6086398" y="1254747"/>
                  <a:pt x="6086398" y="1263498"/>
                </a:cubicBezTo>
                <a:lnTo>
                  <a:pt x="6086398" y="1313980"/>
                </a:lnTo>
                <a:lnTo>
                  <a:pt x="6180800" y="1313980"/>
                </a:lnTo>
                <a:lnTo>
                  <a:pt x="6180800" y="1263498"/>
                </a:lnTo>
                <a:cubicBezTo>
                  <a:pt x="6180800" y="1255084"/>
                  <a:pt x="6179033" y="1249615"/>
                  <a:pt x="6175499" y="1247091"/>
                </a:cubicBezTo>
                <a:cubicBezTo>
                  <a:pt x="6171966" y="1244567"/>
                  <a:pt x="6164814" y="1243305"/>
                  <a:pt x="6154044" y="1243305"/>
                </a:cubicBezTo>
                <a:lnTo>
                  <a:pt x="6154044" y="1186259"/>
                </a:lnTo>
                <a:lnTo>
                  <a:pt x="6312054" y="1186259"/>
                </a:lnTo>
                <a:lnTo>
                  <a:pt x="6312054" y="1243305"/>
                </a:lnTo>
                <a:lnTo>
                  <a:pt x="6305997" y="1243305"/>
                </a:lnTo>
                <a:cubicBezTo>
                  <a:pt x="6297919" y="1243305"/>
                  <a:pt x="6292114" y="1243641"/>
                  <a:pt x="6288580" y="1244314"/>
                </a:cubicBezTo>
                <a:cubicBezTo>
                  <a:pt x="6285046" y="1244987"/>
                  <a:pt x="6282439" y="1246670"/>
                  <a:pt x="6280755" y="1249363"/>
                </a:cubicBezTo>
                <a:cubicBezTo>
                  <a:pt x="6279073" y="1252055"/>
                  <a:pt x="6278231" y="1256598"/>
                  <a:pt x="6278231" y="1262993"/>
                </a:cubicBezTo>
                <a:lnTo>
                  <a:pt x="6278231" y="1462399"/>
                </a:lnTo>
                <a:cubicBezTo>
                  <a:pt x="6278231" y="1470812"/>
                  <a:pt x="6279998" y="1476197"/>
                  <a:pt x="6283532" y="1478553"/>
                </a:cubicBezTo>
                <a:cubicBezTo>
                  <a:pt x="6287066" y="1480909"/>
                  <a:pt x="6294386" y="1482087"/>
                  <a:pt x="6305492" y="1482087"/>
                </a:cubicBezTo>
                <a:lnTo>
                  <a:pt x="6312054" y="1482087"/>
                </a:lnTo>
                <a:lnTo>
                  <a:pt x="6312054" y="1539132"/>
                </a:lnTo>
                <a:lnTo>
                  <a:pt x="6154044" y="1539132"/>
                </a:lnTo>
                <a:lnTo>
                  <a:pt x="6154044" y="1482087"/>
                </a:lnTo>
                <a:cubicBezTo>
                  <a:pt x="6165151" y="1482087"/>
                  <a:pt x="6172386" y="1480993"/>
                  <a:pt x="6175752" y="1478806"/>
                </a:cubicBezTo>
                <a:cubicBezTo>
                  <a:pt x="6179117" y="1476618"/>
                  <a:pt x="6180800" y="1471149"/>
                  <a:pt x="6180800" y="1462399"/>
                </a:cubicBezTo>
                <a:lnTo>
                  <a:pt x="6180800" y="1389199"/>
                </a:lnTo>
                <a:lnTo>
                  <a:pt x="6086398" y="1389199"/>
                </a:lnTo>
                <a:lnTo>
                  <a:pt x="6086398" y="1464418"/>
                </a:lnTo>
                <a:cubicBezTo>
                  <a:pt x="6086398" y="1471486"/>
                  <a:pt x="6088165" y="1476197"/>
                  <a:pt x="6091699" y="1478553"/>
                </a:cubicBezTo>
                <a:cubicBezTo>
                  <a:pt x="6095232" y="1480909"/>
                  <a:pt x="6102721" y="1482087"/>
                  <a:pt x="6114163" y="1482087"/>
                </a:cubicBezTo>
                <a:lnTo>
                  <a:pt x="6114163" y="1539132"/>
                </a:lnTo>
                <a:lnTo>
                  <a:pt x="5954638" y="1539132"/>
                </a:lnTo>
                <a:lnTo>
                  <a:pt x="5954638" y="1482087"/>
                </a:lnTo>
                <a:lnTo>
                  <a:pt x="5964735" y="1482087"/>
                </a:lnTo>
                <a:cubicBezTo>
                  <a:pt x="5975168" y="1482087"/>
                  <a:pt x="5981815" y="1480741"/>
                  <a:pt x="5984675" y="1478048"/>
                </a:cubicBezTo>
                <a:cubicBezTo>
                  <a:pt x="5987536" y="1475356"/>
                  <a:pt x="5988967" y="1469466"/>
                  <a:pt x="5988967" y="1460379"/>
                </a:cubicBezTo>
                <a:lnTo>
                  <a:pt x="5988967" y="1263498"/>
                </a:lnTo>
                <a:cubicBezTo>
                  <a:pt x="5988967" y="1255421"/>
                  <a:pt x="5987283" y="1250036"/>
                  <a:pt x="5983918" y="1247343"/>
                </a:cubicBezTo>
                <a:cubicBezTo>
                  <a:pt x="5980553" y="1244651"/>
                  <a:pt x="5973990" y="1243305"/>
                  <a:pt x="5964230" y="1243305"/>
                </a:cubicBezTo>
                <a:lnTo>
                  <a:pt x="5954638" y="1243305"/>
                </a:lnTo>
                <a:close/>
                <a:moveTo>
                  <a:pt x="5630284" y="1186259"/>
                </a:moveTo>
                <a:lnTo>
                  <a:pt x="5907937" y="1186259"/>
                </a:lnTo>
                <a:lnTo>
                  <a:pt x="5907937" y="1291263"/>
                </a:lnTo>
                <a:lnTo>
                  <a:pt x="5835243" y="1291263"/>
                </a:lnTo>
                <a:lnTo>
                  <a:pt x="5835243" y="1275109"/>
                </a:lnTo>
                <a:cubicBezTo>
                  <a:pt x="5835243" y="1267368"/>
                  <a:pt x="5833896" y="1262067"/>
                  <a:pt x="5831204" y="1259207"/>
                </a:cubicBezTo>
                <a:cubicBezTo>
                  <a:pt x="5828512" y="1256346"/>
                  <a:pt x="5823632" y="1254916"/>
                  <a:pt x="5816564" y="1254916"/>
                </a:cubicBezTo>
                <a:lnTo>
                  <a:pt x="5762044" y="1254916"/>
                </a:lnTo>
                <a:lnTo>
                  <a:pt x="5762044" y="1322562"/>
                </a:lnTo>
                <a:lnTo>
                  <a:pt x="5866037" y="1322562"/>
                </a:lnTo>
                <a:lnTo>
                  <a:pt x="5866037" y="1393743"/>
                </a:lnTo>
                <a:lnTo>
                  <a:pt x="5762044" y="1393743"/>
                </a:lnTo>
                <a:lnTo>
                  <a:pt x="5762044" y="1470476"/>
                </a:lnTo>
                <a:lnTo>
                  <a:pt x="5817573" y="1470476"/>
                </a:lnTo>
                <a:cubicBezTo>
                  <a:pt x="5825314" y="1470476"/>
                  <a:pt x="5830783" y="1469719"/>
                  <a:pt x="5833981" y="1468204"/>
                </a:cubicBezTo>
                <a:cubicBezTo>
                  <a:pt x="5837178" y="1466690"/>
                  <a:pt x="5839197" y="1464418"/>
                  <a:pt x="5840039" y="1461389"/>
                </a:cubicBezTo>
                <a:cubicBezTo>
                  <a:pt x="5840880" y="1458360"/>
                  <a:pt x="5841301" y="1453312"/>
                  <a:pt x="5841301" y="1446244"/>
                </a:cubicBezTo>
                <a:lnTo>
                  <a:pt x="5841301" y="1430090"/>
                </a:lnTo>
                <a:lnTo>
                  <a:pt x="5913995" y="1430090"/>
                </a:lnTo>
                <a:lnTo>
                  <a:pt x="5913995" y="1539132"/>
                </a:lnTo>
                <a:lnTo>
                  <a:pt x="5630284" y="1539132"/>
                </a:lnTo>
                <a:lnTo>
                  <a:pt x="5630284" y="1482087"/>
                </a:lnTo>
                <a:lnTo>
                  <a:pt x="5640885" y="1482087"/>
                </a:lnTo>
                <a:cubicBezTo>
                  <a:pt x="5650645" y="1482087"/>
                  <a:pt x="5656871" y="1480909"/>
                  <a:pt x="5659564" y="1478553"/>
                </a:cubicBezTo>
                <a:cubicBezTo>
                  <a:pt x="5662256" y="1476197"/>
                  <a:pt x="5663602" y="1470812"/>
                  <a:pt x="5663602" y="1462399"/>
                </a:cubicBezTo>
                <a:lnTo>
                  <a:pt x="5663602" y="1261983"/>
                </a:lnTo>
                <a:cubicBezTo>
                  <a:pt x="5663602" y="1254243"/>
                  <a:pt x="5662003" y="1249194"/>
                  <a:pt x="5658806" y="1246838"/>
                </a:cubicBezTo>
                <a:cubicBezTo>
                  <a:pt x="5655609" y="1244483"/>
                  <a:pt x="5649635" y="1243305"/>
                  <a:pt x="5640885" y="1243305"/>
                </a:cubicBezTo>
                <a:lnTo>
                  <a:pt x="5630284" y="1243305"/>
                </a:lnTo>
                <a:close/>
                <a:moveTo>
                  <a:pt x="5242149" y="1186259"/>
                </a:moveTo>
                <a:lnTo>
                  <a:pt x="5404198" y="1186259"/>
                </a:lnTo>
                <a:lnTo>
                  <a:pt x="5404198" y="1243305"/>
                </a:lnTo>
                <a:lnTo>
                  <a:pt x="5393092" y="1243305"/>
                </a:lnTo>
                <a:cubicBezTo>
                  <a:pt x="5388380" y="1243305"/>
                  <a:pt x="5384678" y="1244062"/>
                  <a:pt x="5381986" y="1245576"/>
                </a:cubicBezTo>
                <a:cubicBezTo>
                  <a:pt x="5379294" y="1247091"/>
                  <a:pt x="5377947" y="1249867"/>
                  <a:pt x="5377947" y="1253906"/>
                </a:cubicBezTo>
                <a:cubicBezTo>
                  <a:pt x="5377947" y="1256598"/>
                  <a:pt x="5379462" y="1262488"/>
                  <a:pt x="5382491" y="1271575"/>
                </a:cubicBezTo>
                <a:lnTo>
                  <a:pt x="5429440" y="1425547"/>
                </a:lnTo>
                <a:lnTo>
                  <a:pt x="5430449" y="1425547"/>
                </a:lnTo>
                <a:lnTo>
                  <a:pt x="5477903" y="1275613"/>
                </a:lnTo>
                <a:cubicBezTo>
                  <a:pt x="5480932" y="1265854"/>
                  <a:pt x="5482446" y="1259291"/>
                  <a:pt x="5482446" y="1255925"/>
                </a:cubicBezTo>
                <a:cubicBezTo>
                  <a:pt x="5482446" y="1247512"/>
                  <a:pt x="5477062" y="1243305"/>
                  <a:pt x="5466292" y="1243305"/>
                </a:cubicBezTo>
                <a:lnTo>
                  <a:pt x="5459224" y="1243305"/>
                </a:lnTo>
                <a:lnTo>
                  <a:pt x="5459224" y="1186259"/>
                </a:lnTo>
                <a:lnTo>
                  <a:pt x="5602090" y="1186259"/>
                </a:lnTo>
                <a:lnTo>
                  <a:pt x="5602090" y="1243305"/>
                </a:lnTo>
                <a:lnTo>
                  <a:pt x="5596537" y="1243305"/>
                </a:lnTo>
                <a:cubicBezTo>
                  <a:pt x="5588123" y="1243305"/>
                  <a:pt x="5581897" y="1245408"/>
                  <a:pt x="5577858" y="1249615"/>
                </a:cubicBezTo>
                <a:cubicBezTo>
                  <a:pt x="5573820" y="1253822"/>
                  <a:pt x="5569781" y="1261478"/>
                  <a:pt x="5565742" y="1272585"/>
                </a:cubicBezTo>
                <a:lnTo>
                  <a:pt x="5469321" y="1541151"/>
                </a:lnTo>
                <a:lnTo>
                  <a:pt x="5372394" y="1541151"/>
                </a:lnTo>
                <a:lnTo>
                  <a:pt x="5279507" y="1275613"/>
                </a:lnTo>
                <a:cubicBezTo>
                  <a:pt x="5276141" y="1265517"/>
                  <a:pt x="5273112" y="1258197"/>
                  <a:pt x="5270420" y="1253654"/>
                </a:cubicBezTo>
                <a:cubicBezTo>
                  <a:pt x="5267727" y="1249110"/>
                  <a:pt x="5264867" y="1246250"/>
                  <a:pt x="5261838" y="1245072"/>
                </a:cubicBezTo>
                <a:cubicBezTo>
                  <a:pt x="5258809" y="1243894"/>
                  <a:pt x="5254433" y="1243305"/>
                  <a:pt x="5248712" y="1243305"/>
                </a:cubicBezTo>
                <a:lnTo>
                  <a:pt x="5242149" y="1243305"/>
                </a:lnTo>
                <a:close/>
                <a:moveTo>
                  <a:pt x="4706863" y="1186259"/>
                </a:moveTo>
                <a:lnTo>
                  <a:pt x="4877999" y="1186259"/>
                </a:lnTo>
                <a:cubicBezTo>
                  <a:pt x="4909299" y="1186259"/>
                  <a:pt x="4935549" y="1190298"/>
                  <a:pt x="4956752" y="1198375"/>
                </a:cubicBezTo>
                <a:cubicBezTo>
                  <a:pt x="4977955" y="1206453"/>
                  <a:pt x="4995792" y="1218737"/>
                  <a:pt x="5010263" y="1235228"/>
                </a:cubicBezTo>
                <a:cubicBezTo>
                  <a:pt x="5024399" y="1251382"/>
                  <a:pt x="5035000" y="1269724"/>
                  <a:pt x="5042067" y="1290253"/>
                </a:cubicBezTo>
                <a:cubicBezTo>
                  <a:pt x="5049135" y="1310783"/>
                  <a:pt x="5052668" y="1334510"/>
                  <a:pt x="5052668" y="1361434"/>
                </a:cubicBezTo>
                <a:cubicBezTo>
                  <a:pt x="5052668" y="1387348"/>
                  <a:pt x="5048883" y="1411496"/>
                  <a:pt x="5041310" y="1433876"/>
                </a:cubicBezTo>
                <a:cubicBezTo>
                  <a:pt x="5033738" y="1456257"/>
                  <a:pt x="5022716" y="1475356"/>
                  <a:pt x="5008244" y="1491174"/>
                </a:cubicBezTo>
                <a:cubicBezTo>
                  <a:pt x="4978628" y="1523146"/>
                  <a:pt x="4938746" y="1539132"/>
                  <a:pt x="4888601" y="1539132"/>
                </a:cubicBezTo>
                <a:lnTo>
                  <a:pt x="4706863" y="1539132"/>
                </a:lnTo>
                <a:lnTo>
                  <a:pt x="4706863" y="1482087"/>
                </a:lnTo>
                <a:lnTo>
                  <a:pt x="4711407" y="1482087"/>
                </a:lnTo>
                <a:cubicBezTo>
                  <a:pt x="4720157" y="1482087"/>
                  <a:pt x="4726467" y="1481666"/>
                  <a:pt x="4730338" y="1480825"/>
                </a:cubicBezTo>
                <a:cubicBezTo>
                  <a:pt x="4734208" y="1479983"/>
                  <a:pt x="4736900" y="1478217"/>
                  <a:pt x="4738415" y="1475524"/>
                </a:cubicBezTo>
                <a:cubicBezTo>
                  <a:pt x="4739930" y="1472832"/>
                  <a:pt x="4740687" y="1468457"/>
                  <a:pt x="4740687" y="1462399"/>
                </a:cubicBezTo>
                <a:lnTo>
                  <a:pt x="4740687" y="1263498"/>
                </a:lnTo>
                <a:cubicBezTo>
                  <a:pt x="4740687" y="1254747"/>
                  <a:pt x="4739004" y="1249194"/>
                  <a:pt x="4735639" y="1246838"/>
                </a:cubicBezTo>
                <a:cubicBezTo>
                  <a:pt x="4732273" y="1244483"/>
                  <a:pt x="4725206" y="1243305"/>
                  <a:pt x="4714436" y="1243305"/>
                </a:cubicBezTo>
                <a:lnTo>
                  <a:pt x="4706863" y="1243305"/>
                </a:lnTo>
                <a:close/>
                <a:moveTo>
                  <a:pt x="4382509" y="1186259"/>
                </a:moveTo>
                <a:lnTo>
                  <a:pt x="4660162" y="1186259"/>
                </a:lnTo>
                <a:lnTo>
                  <a:pt x="4660162" y="1291263"/>
                </a:lnTo>
                <a:lnTo>
                  <a:pt x="4587468" y="1291263"/>
                </a:lnTo>
                <a:lnTo>
                  <a:pt x="4587468" y="1275109"/>
                </a:lnTo>
                <a:cubicBezTo>
                  <a:pt x="4587468" y="1267368"/>
                  <a:pt x="4586121" y="1262067"/>
                  <a:pt x="4583429" y="1259207"/>
                </a:cubicBezTo>
                <a:cubicBezTo>
                  <a:pt x="4580737" y="1256346"/>
                  <a:pt x="4575857" y="1254916"/>
                  <a:pt x="4568789" y="1254916"/>
                </a:cubicBezTo>
                <a:lnTo>
                  <a:pt x="4514268" y="1254916"/>
                </a:lnTo>
                <a:lnTo>
                  <a:pt x="4514268" y="1322562"/>
                </a:lnTo>
                <a:lnTo>
                  <a:pt x="4618262" y="1322562"/>
                </a:lnTo>
                <a:lnTo>
                  <a:pt x="4618262" y="1393743"/>
                </a:lnTo>
                <a:lnTo>
                  <a:pt x="4514268" y="1393743"/>
                </a:lnTo>
                <a:lnTo>
                  <a:pt x="4514268" y="1470476"/>
                </a:lnTo>
                <a:lnTo>
                  <a:pt x="4569799" y="1470476"/>
                </a:lnTo>
                <a:cubicBezTo>
                  <a:pt x="4577539" y="1470476"/>
                  <a:pt x="4583008" y="1469719"/>
                  <a:pt x="4586206" y="1468204"/>
                </a:cubicBezTo>
                <a:cubicBezTo>
                  <a:pt x="4589403" y="1466690"/>
                  <a:pt x="4591422" y="1464418"/>
                  <a:pt x="4592263" y="1461389"/>
                </a:cubicBezTo>
                <a:cubicBezTo>
                  <a:pt x="4593105" y="1458360"/>
                  <a:pt x="4593526" y="1453312"/>
                  <a:pt x="4593526" y="1446244"/>
                </a:cubicBezTo>
                <a:lnTo>
                  <a:pt x="4593526" y="1430090"/>
                </a:lnTo>
                <a:lnTo>
                  <a:pt x="4666220" y="1430090"/>
                </a:lnTo>
                <a:lnTo>
                  <a:pt x="4666220" y="1539132"/>
                </a:lnTo>
                <a:lnTo>
                  <a:pt x="4382509" y="1539132"/>
                </a:lnTo>
                <a:lnTo>
                  <a:pt x="4382509" y="1482087"/>
                </a:lnTo>
                <a:lnTo>
                  <a:pt x="4393110" y="1482087"/>
                </a:lnTo>
                <a:cubicBezTo>
                  <a:pt x="4402870" y="1482087"/>
                  <a:pt x="4409096" y="1480909"/>
                  <a:pt x="4411788" y="1478553"/>
                </a:cubicBezTo>
                <a:cubicBezTo>
                  <a:pt x="4414481" y="1476197"/>
                  <a:pt x="4415827" y="1470812"/>
                  <a:pt x="4415827" y="1462399"/>
                </a:cubicBezTo>
                <a:lnTo>
                  <a:pt x="4415827" y="1261983"/>
                </a:lnTo>
                <a:cubicBezTo>
                  <a:pt x="4415827" y="1254243"/>
                  <a:pt x="4414228" y="1249194"/>
                  <a:pt x="4411031" y="1246838"/>
                </a:cubicBezTo>
                <a:cubicBezTo>
                  <a:pt x="4407834" y="1244483"/>
                  <a:pt x="4401860" y="1243305"/>
                  <a:pt x="4393110" y="1243305"/>
                </a:cubicBezTo>
                <a:lnTo>
                  <a:pt x="4382509" y="1243305"/>
                </a:lnTo>
                <a:close/>
                <a:moveTo>
                  <a:pt x="3353305" y="1186259"/>
                </a:moveTo>
                <a:lnTo>
                  <a:pt x="3532518" y="1186259"/>
                </a:lnTo>
                <a:cubicBezTo>
                  <a:pt x="3567182" y="1186259"/>
                  <a:pt x="3594442" y="1193832"/>
                  <a:pt x="3614298" y="1208977"/>
                </a:cubicBezTo>
                <a:cubicBezTo>
                  <a:pt x="3634155" y="1224121"/>
                  <a:pt x="3644083" y="1246334"/>
                  <a:pt x="3644083" y="1275613"/>
                </a:cubicBezTo>
                <a:cubicBezTo>
                  <a:pt x="3644083" y="1292104"/>
                  <a:pt x="3640297" y="1306913"/>
                  <a:pt x="3632725" y="1320038"/>
                </a:cubicBezTo>
                <a:cubicBezTo>
                  <a:pt x="3625152" y="1333163"/>
                  <a:pt x="3613289" y="1343765"/>
                  <a:pt x="3597134" y="1351842"/>
                </a:cubicBezTo>
                <a:cubicBezTo>
                  <a:pt x="3641896" y="1364631"/>
                  <a:pt x="3664276" y="1393069"/>
                  <a:pt x="3664276" y="1437158"/>
                </a:cubicBezTo>
                <a:cubicBezTo>
                  <a:pt x="3664276" y="1455331"/>
                  <a:pt x="3660574" y="1472159"/>
                  <a:pt x="3653170" y="1487640"/>
                </a:cubicBezTo>
                <a:cubicBezTo>
                  <a:pt x="3645766" y="1503121"/>
                  <a:pt x="3633987" y="1515573"/>
                  <a:pt x="3617832" y="1524997"/>
                </a:cubicBezTo>
                <a:cubicBezTo>
                  <a:pt x="3601678" y="1534420"/>
                  <a:pt x="3581149" y="1539132"/>
                  <a:pt x="3556244" y="1539132"/>
                </a:cubicBezTo>
                <a:lnTo>
                  <a:pt x="3353305" y="1539132"/>
                </a:lnTo>
                <a:lnTo>
                  <a:pt x="3353305" y="1482087"/>
                </a:lnTo>
                <a:lnTo>
                  <a:pt x="3359867" y="1482087"/>
                </a:lnTo>
                <a:cubicBezTo>
                  <a:pt x="3368281" y="1482087"/>
                  <a:pt x="3374255" y="1481666"/>
                  <a:pt x="3377789" y="1480825"/>
                </a:cubicBezTo>
                <a:cubicBezTo>
                  <a:pt x="3381322" y="1479983"/>
                  <a:pt x="3383762" y="1478217"/>
                  <a:pt x="3385109" y="1475524"/>
                </a:cubicBezTo>
                <a:cubicBezTo>
                  <a:pt x="3386455" y="1472832"/>
                  <a:pt x="3387128" y="1468288"/>
                  <a:pt x="3387128" y="1461894"/>
                </a:cubicBezTo>
                <a:lnTo>
                  <a:pt x="3387128" y="1261983"/>
                </a:lnTo>
                <a:cubicBezTo>
                  <a:pt x="3387128" y="1254243"/>
                  <a:pt x="3385361" y="1249194"/>
                  <a:pt x="3381828" y="1246838"/>
                </a:cubicBezTo>
                <a:cubicBezTo>
                  <a:pt x="3378294" y="1244483"/>
                  <a:pt x="3371311" y="1243305"/>
                  <a:pt x="3360877" y="1243305"/>
                </a:cubicBezTo>
                <a:lnTo>
                  <a:pt x="3353305" y="1243305"/>
                </a:lnTo>
                <a:close/>
                <a:moveTo>
                  <a:pt x="2420359" y="1186259"/>
                </a:moveTo>
                <a:lnTo>
                  <a:pt x="2566254" y="1186259"/>
                </a:lnTo>
                <a:lnTo>
                  <a:pt x="2656113" y="1389199"/>
                </a:lnTo>
                <a:lnTo>
                  <a:pt x="2657123" y="1389199"/>
                </a:lnTo>
                <a:lnTo>
                  <a:pt x="2657123" y="1265517"/>
                </a:lnTo>
                <a:cubicBezTo>
                  <a:pt x="2657123" y="1256094"/>
                  <a:pt x="2655440" y="1250036"/>
                  <a:pt x="2652075" y="1247343"/>
                </a:cubicBezTo>
                <a:cubicBezTo>
                  <a:pt x="2648709" y="1244651"/>
                  <a:pt x="2641473" y="1243305"/>
                  <a:pt x="2630367" y="1243305"/>
                </a:cubicBezTo>
                <a:lnTo>
                  <a:pt x="2624814" y="1243305"/>
                </a:lnTo>
                <a:lnTo>
                  <a:pt x="2624814" y="1186259"/>
                </a:lnTo>
                <a:lnTo>
                  <a:pt x="2771213" y="1186259"/>
                </a:lnTo>
                <a:lnTo>
                  <a:pt x="2771213" y="1243305"/>
                </a:lnTo>
                <a:lnTo>
                  <a:pt x="2759097" y="1243305"/>
                </a:lnTo>
                <a:cubicBezTo>
                  <a:pt x="2750347" y="1243305"/>
                  <a:pt x="2744457" y="1244567"/>
                  <a:pt x="2741428" y="1247091"/>
                </a:cubicBezTo>
                <a:cubicBezTo>
                  <a:pt x="2738399" y="1249615"/>
                  <a:pt x="2736885" y="1254916"/>
                  <a:pt x="2736885" y="1262993"/>
                </a:cubicBezTo>
                <a:lnTo>
                  <a:pt x="2736885" y="1542161"/>
                </a:lnTo>
                <a:lnTo>
                  <a:pt x="2639958" y="1542161"/>
                </a:lnTo>
                <a:lnTo>
                  <a:pt x="2535460" y="1320543"/>
                </a:lnTo>
                <a:lnTo>
                  <a:pt x="2534450" y="1320543"/>
                </a:lnTo>
                <a:lnTo>
                  <a:pt x="2534450" y="1463913"/>
                </a:lnTo>
                <a:cubicBezTo>
                  <a:pt x="2534450" y="1470981"/>
                  <a:pt x="2536049" y="1475777"/>
                  <a:pt x="2539246" y="1478301"/>
                </a:cubicBezTo>
                <a:cubicBezTo>
                  <a:pt x="2542443" y="1480825"/>
                  <a:pt x="2548922" y="1482087"/>
                  <a:pt x="2558681" y="1482087"/>
                </a:cubicBezTo>
                <a:lnTo>
                  <a:pt x="2568273" y="1482087"/>
                </a:lnTo>
                <a:lnTo>
                  <a:pt x="2568273" y="1539132"/>
                </a:lnTo>
                <a:lnTo>
                  <a:pt x="2420359" y="1539132"/>
                </a:lnTo>
                <a:lnTo>
                  <a:pt x="2420359" y="1482087"/>
                </a:lnTo>
                <a:lnTo>
                  <a:pt x="2428437" y="1482087"/>
                </a:lnTo>
                <a:cubicBezTo>
                  <a:pt x="2439207" y="1482087"/>
                  <a:pt x="2446274" y="1480909"/>
                  <a:pt x="2449639" y="1478553"/>
                </a:cubicBezTo>
                <a:cubicBezTo>
                  <a:pt x="2453005" y="1476197"/>
                  <a:pt x="2454688" y="1471149"/>
                  <a:pt x="2454688" y="1463408"/>
                </a:cubicBezTo>
                <a:lnTo>
                  <a:pt x="2454688" y="1262993"/>
                </a:lnTo>
                <a:cubicBezTo>
                  <a:pt x="2454688" y="1254916"/>
                  <a:pt x="2452836" y="1249615"/>
                  <a:pt x="2449135" y="1247091"/>
                </a:cubicBezTo>
                <a:cubicBezTo>
                  <a:pt x="2445432" y="1244567"/>
                  <a:pt x="2439038" y="1243305"/>
                  <a:pt x="2429951" y="1243305"/>
                </a:cubicBezTo>
                <a:lnTo>
                  <a:pt x="2420359" y="1243305"/>
                </a:lnTo>
                <a:close/>
                <a:moveTo>
                  <a:pt x="1799720" y="1186259"/>
                </a:moveTo>
                <a:lnTo>
                  <a:pt x="1966312" y="1186259"/>
                </a:lnTo>
                <a:lnTo>
                  <a:pt x="1966312" y="1243305"/>
                </a:lnTo>
                <a:lnTo>
                  <a:pt x="1954701" y="1243305"/>
                </a:lnTo>
                <a:cubicBezTo>
                  <a:pt x="1945951" y="1243305"/>
                  <a:pt x="1940062" y="1244735"/>
                  <a:pt x="1937032" y="1247595"/>
                </a:cubicBezTo>
                <a:cubicBezTo>
                  <a:pt x="1934003" y="1250456"/>
                  <a:pt x="1932489" y="1256430"/>
                  <a:pt x="1932489" y="1265517"/>
                </a:cubicBezTo>
                <a:lnTo>
                  <a:pt x="1932489" y="1463408"/>
                </a:lnTo>
                <a:cubicBezTo>
                  <a:pt x="1932489" y="1470139"/>
                  <a:pt x="1934088" y="1474935"/>
                  <a:pt x="1937285" y="1477796"/>
                </a:cubicBezTo>
                <a:cubicBezTo>
                  <a:pt x="1940482" y="1480657"/>
                  <a:pt x="1946624" y="1482087"/>
                  <a:pt x="1955711" y="1482087"/>
                </a:cubicBezTo>
                <a:lnTo>
                  <a:pt x="1966312" y="1482087"/>
                </a:lnTo>
                <a:lnTo>
                  <a:pt x="1966312" y="1539132"/>
                </a:lnTo>
                <a:lnTo>
                  <a:pt x="1799720" y="1539132"/>
                </a:lnTo>
                <a:lnTo>
                  <a:pt x="1799720" y="1482087"/>
                </a:lnTo>
                <a:lnTo>
                  <a:pt x="1808807" y="1482087"/>
                </a:lnTo>
                <a:cubicBezTo>
                  <a:pt x="1819240" y="1482087"/>
                  <a:pt x="1825971" y="1480909"/>
                  <a:pt x="1829000" y="1478553"/>
                </a:cubicBezTo>
                <a:cubicBezTo>
                  <a:pt x="1832029" y="1476197"/>
                  <a:pt x="1833543" y="1470812"/>
                  <a:pt x="1833543" y="1462399"/>
                </a:cubicBezTo>
                <a:lnTo>
                  <a:pt x="1833543" y="1261983"/>
                </a:lnTo>
                <a:cubicBezTo>
                  <a:pt x="1833543" y="1254243"/>
                  <a:pt x="1832029" y="1249194"/>
                  <a:pt x="1829000" y="1246838"/>
                </a:cubicBezTo>
                <a:cubicBezTo>
                  <a:pt x="1825971" y="1244483"/>
                  <a:pt x="1819072" y="1243305"/>
                  <a:pt x="1808302" y="1243305"/>
                </a:cubicBezTo>
                <a:lnTo>
                  <a:pt x="1799720" y="1243305"/>
                </a:lnTo>
                <a:close/>
                <a:moveTo>
                  <a:pt x="1423701" y="1186259"/>
                </a:moveTo>
                <a:lnTo>
                  <a:pt x="1762439" y="1186259"/>
                </a:lnTo>
                <a:lnTo>
                  <a:pt x="1762439" y="1302874"/>
                </a:lnTo>
                <a:lnTo>
                  <a:pt x="1689240" y="1302874"/>
                </a:lnTo>
                <a:lnTo>
                  <a:pt x="1689240" y="1270060"/>
                </a:lnTo>
                <a:cubicBezTo>
                  <a:pt x="1689240" y="1263666"/>
                  <a:pt x="1688146" y="1259543"/>
                  <a:pt x="1685958" y="1257692"/>
                </a:cubicBezTo>
                <a:cubicBezTo>
                  <a:pt x="1683771" y="1255841"/>
                  <a:pt x="1678806" y="1254916"/>
                  <a:pt x="1671066" y="1254916"/>
                </a:cubicBezTo>
                <a:lnTo>
                  <a:pt x="1641786" y="1254916"/>
                </a:lnTo>
                <a:lnTo>
                  <a:pt x="1641786" y="1461894"/>
                </a:lnTo>
                <a:cubicBezTo>
                  <a:pt x="1641786" y="1470981"/>
                  <a:pt x="1643553" y="1476618"/>
                  <a:pt x="1647086" y="1478806"/>
                </a:cubicBezTo>
                <a:cubicBezTo>
                  <a:pt x="1650620" y="1480993"/>
                  <a:pt x="1658277" y="1482087"/>
                  <a:pt x="1670056" y="1482087"/>
                </a:cubicBezTo>
                <a:lnTo>
                  <a:pt x="1680153" y="1482087"/>
                </a:lnTo>
                <a:lnTo>
                  <a:pt x="1680153" y="1539132"/>
                </a:lnTo>
                <a:lnTo>
                  <a:pt x="1504979" y="1539132"/>
                </a:lnTo>
                <a:lnTo>
                  <a:pt x="1504979" y="1482087"/>
                </a:lnTo>
                <a:lnTo>
                  <a:pt x="1522647" y="1482087"/>
                </a:lnTo>
                <a:cubicBezTo>
                  <a:pt x="1531734" y="1482087"/>
                  <a:pt x="1537623" y="1480657"/>
                  <a:pt x="1540316" y="1477796"/>
                </a:cubicBezTo>
                <a:cubicBezTo>
                  <a:pt x="1543009" y="1474935"/>
                  <a:pt x="1544355" y="1470139"/>
                  <a:pt x="1544355" y="1463408"/>
                </a:cubicBezTo>
                <a:lnTo>
                  <a:pt x="1544355" y="1254916"/>
                </a:lnTo>
                <a:lnTo>
                  <a:pt x="1516084" y="1254916"/>
                </a:lnTo>
                <a:cubicBezTo>
                  <a:pt x="1507670" y="1254916"/>
                  <a:pt x="1502370" y="1255841"/>
                  <a:pt x="1500183" y="1257692"/>
                </a:cubicBezTo>
                <a:cubicBezTo>
                  <a:pt x="1497995" y="1259543"/>
                  <a:pt x="1496901" y="1264507"/>
                  <a:pt x="1496901" y="1272585"/>
                </a:cubicBezTo>
                <a:lnTo>
                  <a:pt x="1496901" y="1302874"/>
                </a:lnTo>
                <a:lnTo>
                  <a:pt x="1423701" y="1302874"/>
                </a:lnTo>
                <a:close/>
                <a:moveTo>
                  <a:pt x="0" y="1186259"/>
                </a:moveTo>
                <a:lnTo>
                  <a:pt x="170631" y="1186259"/>
                </a:lnTo>
                <a:lnTo>
                  <a:pt x="170631" y="1243305"/>
                </a:lnTo>
                <a:lnTo>
                  <a:pt x="155486" y="1243305"/>
                </a:lnTo>
                <a:cubicBezTo>
                  <a:pt x="146062" y="1243305"/>
                  <a:pt x="139752" y="1244567"/>
                  <a:pt x="136555" y="1247091"/>
                </a:cubicBezTo>
                <a:cubicBezTo>
                  <a:pt x="133358" y="1249615"/>
                  <a:pt x="131759" y="1254579"/>
                  <a:pt x="131759" y="1261983"/>
                </a:cubicBezTo>
                <a:lnTo>
                  <a:pt x="131759" y="1470981"/>
                </a:lnTo>
                <a:lnTo>
                  <a:pt x="181232" y="1470981"/>
                </a:lnTo>
                <a:cubicBezTo>
                  <a:pt x="190992" y="1470981"/>
                  <a:pt x="197134" y="1469466"/>
                  <a:pt x="199658" y="1466437"/>
                </a:cubicBezTo>
                <a:cubicBezTo>
                  <a:pt x="202182" y="1463408"/>
                  <a:pt x="203444" y="1458697"/>
                  <a:pt x="203444" y="1452302"/>
                </a:cubicBezTo>
                <a:lnTo>
                  <a:pt x="203444" y="1423527"/>
                </a:lnTo>
                <a:lnTo>
                  <a:pt x="276139" y="1423527"/>
                </a:lnTo>
                <a:lnTo>
                  <a:pt x="276139" y="1539132"/>
                </a:lnTo>
                <a:lnTo>
                  <a:pt x="0" y="1539132"/>
                </a:lnTo>
                <a:lnTo>
                  <a:pt x="0" y="1482087"/>
                </a:lnTo>
                <a:lnTo>
                  <a:pt x="11611" y="1482087"/>
                </a:lnTo>
                <a:cubicBezTo>
                  <a:pt x="20361" y="1482087"/>
                  <a:pt x="26335" y="1480825"/>
                  <a:pt x="29532" y="1478301"/>
                </a:cubicBezTo>
                <a:cubicBezTo>
                  <a:pt x="32729" y="1475777"/>
                  <a:pt x="34328" y="1471149"/>
                  <a:pt x="34328" y="1464418"/>
                </a:cubicBezTo>
                <a:lnTo>
                  <a:pt x="34328" y="1264003"/>
                </a:lnTo>
                <a:cubicBezTo>
                  <a:pt x="34328" y="1255589"/>
                  <a:pt x="32813" y="1250036"/>
                  <a:pt x="29785" y="1247343"/>
                </a:cubicBezTo>
                <a:cubicBezTo>
                  <a:pt x="26756" y="1244651"/>
                  <a:pt x="19688" y="1243305"/>
                  <a:pt x="8582" y="1243305"/>
                </a:cubicBezTo>
                <a:lnTo>
                  <a:pt x="0" y="1243305"/>
                </a:lnTo>
                <a:close/>
                <a:moveTo>
                  <a:pt x="7829845" y="1182221"/>
                </a:moveTo>
                <a:lnTo>
                  <a:pt x="7736452" y="1452807"/>
                </a:lnTo>
                <a:cubicBezTo>
                  <a:pt x="7733423" y="1461894"/>
                  <a:pt x="7730730" y="1468288"/>
                  <a:pt x="7728375" y="1471990"/>
                </a:cubicBezTo>
                <a:cubicBezTo>
                  <a:pt x="7726019" y="1475692"/>
                  <a:pt x="7722990" y="1478301"/>
                  <a:pt x="7719288" y="1479815"/>
                </a:cubicBezTo>
                <a:cubicBezTo>
                  <a:pt x="7715586" y="1481330"/>
                  <a:pt x="7710033" y="1482087"/>
                  <a:pt x="7702629" y="1482087"/>
                </a:cubicBezTo>
                <a:lnTo>
                  <a:pt x="7699600" y="1482087"/>
                </a:lnTo>
                <a:lnTo>
                  <a:pt x="7699600" y="1539132"/>
                </a:lnTo>
                <a:lnTo>
                  <a:pt x="7840446" y="1539132"/>
                </a:lnTo>
                <a:lnTo>
                  <a:pt x="7840446" y="1482087"/>
                </a:lnTo>
                <a:cubicBezTo>
                  <a:pt x="7832705" y="1482087"/>
                  <a:pt x="7826899" y="1481246"/>
                  <a:pt x="7823029" y="1479563"/>
                </a:cubicBezTo>
                <a:cubicBezTo>
                  <a:pt x="7819159" y="1477880"/>
                  <a:pt x="7817224" y="1475019"/>
                  <a:pt x="7817224" y="1470981"/>
                </a:cubicBezTo>
                <a:cubicBezTo>
                  <a:pt x="7817224" y="1466606"/>
                  <a:pt x="7818317" y="1461389"/>
                  <a:pt x="7820505" y="1455331"/>
                </a:cubicBezTo>
                <a:cubicBezTo>
                  <a:pt x="7822693" y="1449273"/>
                  <a:pt x="7823955" y="1445571"/>
                  <a:pt x="7824291" y="1444225"/>
                </a:cubicBezTo>
                <a:lnTo>
                  <a:pt x="7918189" y="1444225"/>
                </a:lnTo>
                <a:cubicBezTo>
                  <a:pt x="7923237" y="1458360"/>
                  <a:pt x="7925761" y="1467784"/>
                  <a:pt x="7925761" y="1472495"/>
                </a:cubicBezTo>
                <a:cubicBezTo>
                  <a:pt x="7925761" y="1478890"/>
                  <a:pt x="7920881" y="1482087"/>
                  <a:pt x="7911122" y="1482087"/>
                </a:cubicBezTo>
                <a:lnTo>
                  <a:pt x="7899511" y="1482087"/>
                </a:lnTo>
                <a:lnTo>
                  <a:pt x="7899511" y="1539132"/>
                </a:lnTo>
                <a:lnTo>
                  <a:pt x="8059540" y="1539132"/>
                </a:lnTo>
                <a:lnTo>
                  <a:pt x="8059540" y="1482087"/>
                </a:lnTo>
                <a:lnTo>
                  <a:pt x="8052472" y="1482087"/>
                </a:lnTo>
                <a:cubicBezTo>
                  <a:pt x="8046414" y="1482087"/>
                  <a:pt x="8041619" y="1480993"/>
                  <a:pt x="8038085" y="1478806"/>
                </a:cubicBezTo>
                <a:cubicBezTo>
                  <a:pt x="8034551" y="1476618"/>
                  <a:pt x="8031438" y="1472832"/>
                  <a:pt x="8028746" y="1467447"/>
                </a:cubicBezTo>
                <a:cubicBezTo>
                  <a:pt x="8026053" y="1462062"/>
                  <a:pt x="8022688" y="1453312"/>
                  <a:pt x="8018649" y="1441196"/>
                </a:cubicBezTo>
                <a:lnTo>
                  <a:pt x="7931819" y="1182221"/>
                </a:lnTo>
                <a:close/>
                <a:moveTo>
                  <a:pt x="3819819" y="1182221"/>
                </a:moveTo>
                <a:lnTo>
                  <a:pt x="3921794" y="1182221"/>
                </a:lnTo>
                <a:lnTo>
                  <a:pt x="4008624" y="1441196"/>
                </a:lnTo>
                <a:cubicBezTo>
                  <a:pt x="4012662" y="1453312"/>
                  <a:pt x="4016028" y="1462062"/>
                  <a:pt x="4018720" y="1467447"/>
                </a:cubicBezTo>
                <a:cubicBezTo>
                  <a:pt x="4021413" y="1472832"/>
                  <a:pt x="4024526" y="1476618"/>
                  <a:pt x="4028059" y="1478806"/>
                </a:cubicBezTo>
                <a:cubicBezTo>
                  <a:pt x="4031594" y="1480993"/>
                  <a:pt x="4036389" y="1482087"/>
                  <a:pt x="4042447" y="1482087"/>
                </a:cubicBezTo>
                <a:lnTo>
                  <a:pt x="4049515" y="1482087"/>
                </a:lnTo>
                <a:lnTo>
                  <a:pt x="4049515" y="1539132"/>
                </a:lnTo>
                <a:lnTo>
                  <a:pt x="3889485" y="1539132"/>
                </a:lnTo>
                <a:lnTo>
                  <a:pt x="3889485" y="1482087"/>
                </a:lnTo>
                <a:lnTo>
                  <a:pt x="3901096" y="1482087"/>
                </a:lnTo>
                <a:cubicBezTo>
                  <a:pt x="3910857" y="1482087"/>
                  <a:pt x="3915736" y="1478890"/>
                  <a:pt x="3915736" y="1472495"/>
                </a:cubicBezTo>
                <a:cubicBezTo>
                  <a:pt x="3915736" y="1467784"/>
                  <a:pt x="3913212" y="1458360"/>
                  <a:pt x="3908164" y="1444225"/>
                </a:cubicBezTo>
                <a:lnTo>
                  <a:pt x="3814266" y="1444225"/>
                </a:lnTo>
                <a:cubicBezTo>
                  <a:pt x="3813930" y="1445571"/>
                  <a:pt x="3812668" y="1449273"/>
                  <a:pt x="3810480" y="1455331"/>
                </a:cubicBezTo>
                <a:cubicBezTo>
                  <a:pt x="3808292" y="1461389"/>
                  <a:pt x="3807199" y="1466606"/>
                  <a:pt x="3807199" y="1470981"/>
                </a:cubicBezTo>
                <a:cubicBezTo>
                  <a:pt x="3807199" y="1475019"/>
                  <a:pt x="3809134" y="1477880"/>
                  <a:pt x="3813004" y="1479563"/>
                </a:cubicBezTo>
                <a:cubicBezTo>
                  <a:pt x="3816875" y="1481246"/>
                  <a:pt x="3822680" y="1482087"/>
                  <a:pt x="3830421" y="1482087"/>
                </a:cubicBezTo>
                <a:lnTo>
                  <a:pt x="3830421" y="1539132"/>
                </a:lnTo>
                <a:lnTo>
                  <a:pt x="3689574" y="1539132"/>
                </a:lnTo>
                <a:lnTo>
                  <a:pt x="3689574" y="1482087"/>
                </a:lnTo>
                <a:lnTo>
                  <a:pt x="3692604" y="1482087"/>
                </a:lnTo>
                <a:cubicBezTo>
                  <a:pt x="3700008" y="1482087"/>
                  <a:pt x="3705561" y="1481330"/>
                  <a:pt x="3709263" y="1479815"/>
                </a:cubicBezTo>
                <a:cubicBezTo>
                  <a:pt x="3712965" y="1478301"/>
                  <a:pt x="3715994" y="1475692"/>
                  <a:pt x="3718350" y="1471990"/>
                </a:cubicBezTo>
                <a:cubicBezTo>
                  <a:pt x="3720705" y="1468288"/>
                  <a:pt x="3723398" y="1461894"/>
                  <a:pt x="3726427" y="1452807"/>
                </a:cubicBezTo>
                <a:close/>
                <a:moveTo>
                  <a:pt x="1200445" y="1182221"/>
                </a:moveTo>
                <a:lnTo>
                  <a:pt x="1302420" y="1182221"/>
                </a:lnTo>
                <a:lnTo>
                  <a:pt x="1389250" y="1441196"/>
                </a:lnTo>
                <a:cubicBezTo>
                  <a:pt x="1393288" y="1453312"/>
                  <a:pt x="1396654" y="1462062"/>
                  <a:pt x="1399346" y="1467447"/>
                </a:cubicBezTo>
                <a:cubicBezTo>
                  <a:pt x="1402038" y="1472832"/>
                  <a:pt x="1405152" y="1476618"/>
                  <a:pt x="1408686" y="1478806"/>
                </a:cubicBezTo>
                <a:cubicBezTo>
                  <a:pt x="1412219" y="1480993"/>
                  <a:pt x="1417015" y="1482087"/>
                  <a:pt x="1423073" y="1482087"/>
                </a:cubicBezTo>
                <a:lnTo>
                  <a:pt x="1430140" y="1482087"/>
                </a:lnTo>
                <a:lnTo>
                  <a:pt x="1430140" y="1539132"/>
                </a:lnTo>
                <a:lnTo>
                  <a:pt x="1270111" y="1539132"/>
                </a:lnTo>
                <a:lnTo>
                  <a:pt x="1270111" y="1482087"/>
                </a:lnTo>
                <a:lnTo>
                  <a:pt x="1281722" y="1482087"/>
                </a:lnTo>
                <a:cubicBezTo>
                  <a:pt x="1291482" y="1482087"/>
                  <a:pt x="1296362" y="1478890"/>
                  <a:pt x="1296362" y="1472495"/>
                </a:cubicBezTo>
                <a:cubicBezTo>
                  <a:pt x="1296362" y="1467784"/>
                  <a:pt x="1293838" y="1458360"/>
                  <a:pt x="1288790" y="1444225"/>
                </a:cubicBezTo>
                <a:lnTo>
                  <a:pt x="1194892" y="1444225"/>
                </a:lnTo>
                <a:cubicBezTo>
                  <a:pt x="1194555" y="1445571"/>
                  <a:pt x="1193294" y="1449273"/>
                  <a:pt x="1191106" y="1455331"/>
                </a:cubicBezTo>
                <a:cubicBezTo>
                  <a:pt x="1188918" y="1461389"/>
                  <a:pt x="1187824" y="1466606"/>
                  <a:pt x="1187824" y="1470981"/>
                </a:cubicBezTo>
                <a:cubicBezTo>
                  <a:pt x="1187824" y="1475019"/>
                  <a:pt x="1189760" y="1477880"/>
                  <a:pt x="1193630" y="1479563"/>
                </a:cubicBezTo>
                <a:cubicBezTo>
                  <a:pt x="1197500" y="1481246"/>
                  <a:pt x="1203306" y="1482087"/>
                  <a:pt x="1211046" y="1482087"/>
                </a:cubicBezTo>
                <a:lnTo>
                  <a:pt x="1211046" y="1539132"/>
                </a:lnTo>
                <a:lnTo>
                  <a:pt x="1070200" y="1539132"/>
                </a:lnTo>
                <a:lnTo>
                  <a:pt x="1070200" y="1482087"/>
                </a:lnTo>
                <a:lnTo>
                  <a:pt x="1073229" y="1482087"/>
                </a:lnTo>
                <a:cubicBezTo>
                  <a:pt x="1080633" y="1482087"/>
                  <a:pt x="1086186" y="1481330"/>
                  <a:pt x="1089888" y="1479815"/>
                </a:cubicBezTo>
                <a:cubicBezTo>
                  <a:pt x="1093590" y="1478301"/>
                  <a:pt x="1096620" y="1475692"/>
                  <a:pt x="1098975" y="1471990"/>
                </a:cubicBezTo>
                <a:cubicBezTo>
                  <a:pt x="1101331" y="1468288"/>
                  <a:pt x="1104023" y="1461894"/>
                  <a:pt x="1107052" y="1452807"/>
                </a:cubicBezTo>
                <a:close/>
                <a:moveTo>
                  <a:pt x="8625934" y="1174649"/>
                </a:moveTo>
                <a:cubicBezTo>
                  <a:pt x="8585212" y="1174649"/>
                  <a:pt x="8551136" y="1183146"/>
                  <a:pt x="8523707" y="1200142"/>
                </a:cubicBezTo>
                <a:cubicBezTo>
                  <a:pt x="8496278" y="1217138"/>
                  <a:pt x="8475917" y="1239855"/>
                  <a:pt x="8462623" y="1268293"/>
                </a:cubicBezTo>
                <a:cubicBezTo>
                  <a:pt x="8449330" y="1296732"/>
                  <a:pt x="8442683" y="1328283"/>
                  <a:pt x="8442683" y="1362948"/>
                </a:cubicBezTo>
                <a:cubicBezTo>
                  <a:pt x="8442683" y="1393574"/>
                  <a:pt x="8448068" y="1422938"/>
                  <a:pt x="8458837" y="1451040"/>
                </a:cubicBezTo>
                <a:cubicBezTo>
                  <a:pt x="8469607" y="1479142"/>
                  <a:pt x="8488033" y="1502701"/>
                  <a:pt x="8514116" y="1521716"/>
                </a:cubicBezTo>
                <a:cubicBezTo>
                  <a:pt x="8540198" y="1540731"/>
                  <a:pt x="8574779" y="1550238"/>
                  <a:pt x="8617857" y="1550238"/>
                </a:cubicBezTo>
                <a:cubicBezTo>
                  <a:pt x="8644108" y="1550238"/>
                  <a:pt x="8667582" y="1547293"/>
                  <a:pt x="8688280" y="1541404"/>
                </a:cubicBezTo>
                <a:cubicBezTo>
                  <a:pt x="8708978" y="1535514"/>
                  <a:pt x="8729087" y="1526007"/>
                  <a:pt x="8748606" y="1512881"/>
                </a:cubicBezTo>
                <a:lnTo>
                  <a:pt x="8748606" y="1434129"/>
                </a:lnTo>
                <a:cubicBezTo>
                  <a:pt x="8710577" y="1457687"/>
                  <a:pt x="8674230" y="1469466"/>
                  <a:pt x="8639564" y="1469466"/>
                </a:cubicBezTo>
                <a:cubicBezTo>
                  <a:pt x="8607592" y="1469466"/>
                  <a:pt x="8583361" y="1459538"/>
                  <a:pt x="8566870" y="1439682"/>
                </a:cubicBezTo>
                <a:cubicBezTo>
                  <a:pt x="8550378" y="1419825"/>
                  <a:pt x="8542134" y="1390714"/>
                  <a:pt x="8542134" y="1352347"/>
                </a:cubicBezTo>
                <a:cubicBezTo>
                  <a:pt x="8542134" y="1318692"/>
                  <a:pt x="8548359" y="1291011"/>
                  <a:pt x="8560812" y="1269303"/>
                </a:cubicBezTo>
                <a:cubicBezTo>
                  <a:pt x="8573264" y="1247595"/>
                  <a:pt x="8593121" y="1236742"/>
                  <a:pt x="8620381" y="1236742"/>
                </a:cubicBezTo>
                <a:cubicBezTo>
                  <a:pt x="8638892" y="1236742"/>
                  <a:pt x="8651428" y="1241370"/>
                  <a:pt x="8657990" y="1250625"/>
                </a:cubicBezTo>
                <a:cubicBezTo>
                  <a:pt x="8664553" y="1259880"/>
                  <a:pt x="8667835" y="1272080"/>
                  <a:pt x="8667835" y="1287224"/>
                </a:cubicBezTo>
                <a:lnTo>
                  <a:pt x="8667835" y="1317514"/>
                </a:lnTo>
                <a:lnTo>
                  <a:pt x="8750626" y="1317514"/>
                </a:lnTo>
                <a:lnTo>
                  <a:pt x="8750626" y="1202414"/>
                </a:lnTo>
                <a:cubicBezTo>
                  <a:pt x="8712259" y="1183904"/>
                  <a:pt x="8670696" y="1174649"/>
                  <a:pt x="8625934" y="1174649"/>
                </a:cubicBezTo>
                <a:close/>
                <a:moveTo>
                  <a:pt x="8263984" y="1174649"/>
                </a:moveTo>
                <a:cubicBezTo>
                  <a:pt x="8223262" y="1174649"/>
                  <a:pt x="8189187" y="1183146"/>
                  <a:pt x="8161757" y="1200142"/>
                </a:cubicBezTo>
                <a:cubicBezTo>
                  <a:pt x="8134328" y="1217138"/>
                  <a:pt x="8113967" y="1239855"/>
                  <a:pt x="8100673" y="1268293"/>
                </a:cubicBezTo>
                <a:cubicBezTo>
                  <a:pt x="8087380" y="1296732"/>
                  <a:pt x="8080733" y="1328283"/>
                  <a:pt x="8080733" y="1362948"/>
                </a:cubicBezTo>
                <a:cubicBezTo>
                  <a:pt x="8080733" y="1393574"/>
                  <a:pt x="8086118" y="1422938"/>
                  <a:pt x="8096887" y="1451040"/>
                </a:cubicBezTo>
                <a:cubicBezTo>
                  <a:pt x="8107657" y="1479142"/>
                  <a:pt x="8126083" y="1502701"/>
                  <a:pt x="8152166" y="1521716"/>
                </a:cubicBezTo>
                <a:cubicBezTo>
                  <a:pt x="8178248" y="1540731"/>
                  <a:pt x="8212829" y="1550238"/>
                  <a:pt x="8255907" y="1550238"/>
                </a:cubicBezTo>
                <a:cubicBezTo>
                  <a:pt x="8282158" y="1550238"/>
                  <a:pt x="8305632" y="1547293"/>
                  <a:pt x="8326330" y="1541404"/>
                </a:cubicBezTo>
                <a:cubicBezTo>
                  <a:pt x="8347028" y="1535514"/>
                  <a:pt x="8367137" y="1526007"/>
                  <a:pt x="8386656" y="1512881"/>
                </a:cubicBezTo>
                <a:lnTo>
                  <a:pt x="8386656" y="1434129"/>
                </a:lnTo>
                <a:cubicBezTo>
                  <a:pt x="8348627" y="1457687"/>
                  <a:pt x="8312279" y="1469466"/>
                  <a:pt x="8277614" y="1469466"/>
                </a:cubicBezTo>
                <a:cubicBezTo>
                  <a:pt x="8245642" y="1469466"/>
                  <a:pt x="8221411" y="1459538"/>
                  <a:pt x="8204920" y="1439682"/>
                </a:cubicBezTo>
                <a:cubicBezTo>
                  <a:pt x="8188429" y="1419825"/>
                  <a:pt x="8180183" y="1390714"/>
                  <a:pt x="8180183" y="1352347"/>
                </a:cubicBezTo>
                <a:cubicBezTo>
                  <a:pt x="8180183" y="1318692"/>
                  <a:pt x="8186410" y="1291011"/>
                  <a:pt x="8198862" y="1269303"/>
                </a:cubicBezTo>
                <a:cubicBezTo>
                  <a:pt x="8211314" y="1247595"/>
                  <a:pt x="8231171" y="1236742"/>
                  <a:pt x="8258431" y="1236742"/>
                </a:cubicBezTo>
                <a:cubicBezTo>
                  <a:pt x="8276942" y="1236742"/>
                  <a:pt x="8289477" y="1241370"/>
                  <a:pt x="8296040" y="1250625"/>
                </a:cubicBezTo>
                <a:cubicBezTo>
                  <a:pt x="8302603" y="1259880"/>
                  <a:pt x="8305885" y="1272080"/>
                  <a:pt x="8305885" y="1287224"/>
                </a:cubicBezTo>
                <a:lnTo>
                  <a:pt x="8305885" y="1317514"/>
                </a:lnTo>
                <a:lnTo>
                  <a:pt x="8388676" y="1317514"/>
                </a:lnTo>
                <a:lnTo>
                  <a:pt x="8388676" y="1202414"/>
                </a:lnTo>
                <a:cubicBezTo>
                  <a:pt x="8350309" y="1183904"/>
                  <a:pt x="8308746" y="1174649"/>
                  <a:pt x="8263984" y="1174649"/>
                </a:cubicBezTo>
                <a:close/>
                <a:moveTo>
                  <a:pt x="6749510" y="1174649"/>
                </a:moveTo>
                <a:cubicBezTo>
                  <a:pt x="6794271" y="1174649"/>
                  <a:pt x="6835835" y="1183904"/>
                  <a:pt x="6874201" y="1202414"/>
                </a:cubicBezTo>
                <a:lnTo>
                  <a:pt x="6874201" y="1317514"/>
                </a:lnTo>
                <a:lnTo>
                  <a:pt x="6791410" y="1317514"/>
                </a:lnTo>
                <a:lnTo>
                  <a:pt x="6791410" y="1287224"/>
                </a:lnTo>
                <a:cubicBezTo>
                  <a:pt x="6791410" y="1272080"/>
                  <a:pt x="6788129" y="1259880"/>
                  <a:pt x="6781566" y="1250625"/>
                </a:cubicBezTo>
                <a:cubicBezTo>
                  <a:pt x="6775003" y="1241370"/>
                  <a:pt x="6762467" y="1236742"/>
                  <a:pt x="6743957" y="1236742"/>
                </a:cubicBezTo>
                <a:cubicBezTo>
                  <a:pt x="6716696" y="1236742"/>
                  <a:pt x="6696839" y="1247595"/>
                  <a:pt x="6684387" y="1269303"/>
                </a:cubicBezTo>
                <a:cubicBezTo>
                  <a:pt x="6671935" y="1291011"/>
                  <a:pt x="6665709" y="1318692"/>
                  <a:pt x="6665709" y="1352347"/>
                </a:cubicBezTo>
                <a:cubicBezTo>
                  <a:pt x="6665709" y="1390714"/>
                  <a:pt x="6673954" y="1419825"/>
                  <a:pt x="6690445" y="1439682"/>
                </a:cubicBezTo>
                <a:cubicBezTo>
                  <a:pt x="6706936" y="1459538"/>
                  <a:pt x="6731168" y="1469466"/>
                  <a:pt x="6763140" y="1469466"/>
                </a:cubicBezTo>
                <a:cubicBezTo>
                  <a:pt x="6797805" y="1469466"/>
                  <a:pt x="6834152" y="1457687"/>
                  <a:pt x="6872182" y="1434129"/>
                </a:cubicBezTo>
                <a:lnTo>
                  <a:pt x="6872182" y="1512881"/>
                </a:lnTo>
                <a:cubicBezTo>
                  <a:pt x="6852662" y="1526007"/>
                  <a:pt x="6832553" y="1535514"/>
                  <a:pt x="6811856" y="1541404"/>
                </a:cubicBezTo>
                <a:cubicBezTo>
                  <a:pt x="6791158" y="1547293"/>
                  <a:pt x="6767683" y="1550238"/>
                  <a:pt x="6741433" y="1550238"/>
                </a:cubicBezTo>
                <a:cubicBezTo>
                  <a:pt x="6698354" y="1550238"/>
                  <a:pt x="6663773" y="1540731"/>
                  <a:pt x="6637690" y="1521716"/>
                </a:cubicBezTo>
                <a:cubicBezTo>
                  <a:pt x="6611608" y="1502701"/>
                  <a:pt x="6593182" y="1479142"/>
                  <a:pt x="6582412" y="1451040"/>
                </a:cubicBezTo>
                <a:cubicBezTo>
                  <a:pt x="6571643" y="1422938"/>
                  <a:pt x="6566258" y="1393574"/>
                  <a:pt x="6566258" y="1362948"/>
                </a:cubicBezTo>
                <a:cubicBezTo>
                  <a:pt x="6566258" y="1328283"/>
                  <a:pt x="6572905" y="1296732"/>
                  <a:pt x="6586198" y="1268293"/>
                </a:cubicBezTo>
                <a:cubicBezTo>
                  <a:pt x="6599492" y="1239855"/>
                  <a:pt x="6619853" y="1217138"/>
                  <a:pt x="6647283" y="1200142"/>
                </a:cubicBezTo>
                <a:cubicBezTo>
                  <a:pt x="6674711" y="1183146"/>
                  <a:pt x="6708787" y="1174649"/>
                  <a:pt x="6749510" y="1174649"/>
                </a:cubicBezTo>
                <a:close/>
                <a:moveTo>
                  <a:pt x="4213507" y="1174649"/>
                </a:moveTo>
                <a:cubicBezTo>
                  <a:pt x="4254566" y="1174649"/>
                  <a:pt x="4292259" y="1181716"/>
                  <a:pt x="4326587" y="1195851"/>
                </a:cubicBezTo>
                <a:lnTo>
                  <a:pt x="4326587" y="1292778"/>
                </a:lnTo>
                <a:lnTo>
                  <a:pt x="4251368" y="1292778"/>
                </a:lnTo>
                <a:lnTo>
                  <a:pt x="4251368" y="1269556"/>
                </a:lnTo>
                <a:cubicBezTo>
                  <a:pt x="4251368" y="1255757"/>
                  <a:pt x="4248340" y="1245829"/>
                  <a:pt x="4242282" y="1239771"/>
                </a:cubicBezTo>
                <a:cubicBezTo>
                  <a:pt x="4236224" y="1233713"/>
                  <a:pt x="4227137" y="1230684"/>
                  <a:pt x="4215021" y="1230684"/>
                </a:cubicBezTo>
                <a:cubicBezTo>
                  <a:pt x="4201896" y="1230684"/>
                  <a:pt x="4192641" y="1234302"/>
                  <a:pt x="4187256" y="1241538"/>
                </a:cubicBezTo>
                <a:cubicBezTo>
                  <a:pt x="4181871" y="1248774"/>
                  <a:pt x="4179178" y="1256262"/>
                  <a:pt x="4179178" y="1264003"/>
                </a:cubicBezTo>
                <a:cubicBezTo>
                  <a:pt x="4179178" y="1271407"/>
                  <a:pt x="4181450" y="1277969"/>
                  <a:pt x="4185994" y="1283691"/>
                </a:cubicBezTo>
                <a:cubicBezTo>
                  <a:pt x="4190537" y="1289412"/>
                  <a:pt x="4196679" y="1294713"/>
                  <a:pt x="4204420" y="1299593"/>
                </a:cubicBezTo>
                <a:cubicBezTo>
                  <a:pt x="4212160" y="1304473"/>
                  <a:pt x="4224277" y="1311288"/>
                  <a:pt x="4240767" y="1320038"/>
                </a:cubicBezTo>
                <a:cubicBezTo>
                  <a:pt x="4247162" y="1323067"/>
                  <a:pt x="4253051" y="1326096"/>
                  <a:pt x="4258436" y="1329125"/>
                </a:cubicBezTo>
                <a:cubicBezTo>
                  <a:pt x="4277283" y="1339221"/>
                  <a:pt x="4292512" y="1348645"/>
                  <a:pt x="4304123" y="1357395"/>
                </a:cubicBezTo>
                <a:cubicBezTo>
                  <a:pt x="4315734" y="1366145"/>
                  <a:pt x="4325157" y="1377167"/>
                  <a:pt x="4332393" y="1390461"/>
                </a:cubicBezTo>
                <a:cubicBezTo>
                  <a:pt x="4339629" y="1403755"/>
                  <a:pt x="4343247" y="1420162"/>
                  <a:pt x="4343247" y="1439682"/>
                </a:cubicBezTo>
                <a:cubicBezTo>
                  <a:pt x="4343247" y="1470308"/>
                  <a:pt x="4332982" y="1495885"/>
                  <a:pt x="4312452" y="1516415"/>
                </a:cubicBezTo>
                <a:cubicBezTo>
                  <a:pt x="4301346" y="1527521"/>
                  <a:pt x="4287632" y="1535935"/>
                  <a:pt x="4271309" y="1541656"/>
                </a:cubicBezTo>
                <a:cubicBezTo>
                  <a:pt x="4254986" y="1547378"/>
                  <a:pt x="4233700" y="1550238"/>
                  <a:pt x="4207449" y="1550238"/>
                </a:cubicBezTo>
                <a:cubicBezTo>
                  <a:pt x="4163024" y="1550238"/>
                  <a:pt x="4122470" y="1543339"/>
                  <a:pt x="4085786" y="1529540"/>
                </a:cubicBezTo>
                <a:lnTo>
                  <a:pt x="4085786" y="1421508"/>
                </a:lnTo>
                <a:lnTo>
                  <a:pt x="4164034" y="1421508"/>
                </a:lnTo>
                <a:lnTo>
                  <a:pt x="4164034" y="1442206"/>
                </a:lnTo>
                <a:cubicBezTo>
                  <a:pt x="4164034" y="1473841"/>
                  <a:pt x="4177832" y="1489659"/>
                  <a:pt x="4205429" y="1489659"/>
                </a:cubicBezTo>
                <a:cubicBezTo>
                  <a:pt x="4218891" y="1489659"/>
                  <a:pt x="4228820" y="1486125"/>
                  <a:pt x="4235214" y="1479058"/>
                </a:cubicBezTo>
                <a:cubicBezTo>
                  <a:pt x="4241609" y="1471990"/>
                  <a:pt x="4244806" y="1463408"/>
                  <a:pt x="4244806" y="1453312"/>
                </a:cubicBezTo>
                <a:cubicBezTo>
                  <a:pt x="4244806" y="1440860"/>
                  <a:pt x="4241020" y="1431100"/>
                  <a:pt x="4233447" y="1424032"/>
                </a:cubicBezTo>
                <a:cubicBezTo>
                  <a:pt x="4225875" y="1416964"/>
                  <a:pt x="4213675" y="1408887"/>
                  <a:pt x="4196847" y="1399800"/>
                </a:cubicBezTo>
                <a:lnTo>
                  <a:pt x="4176654" y="1388694"/>
                </a:lnTo>
                <a:cubicBezTo>
                  <a:pt x="4158144" y="1377925"/>
                  <a:pt x="4143000" y="1368081"/>
                  <a:pt x="4131220" y="1359162"/>
                </a:cubicBezTo>
                <a:cubicBezTo>
                  <a:pt x="4119441" y="1350243"/>
                  <a:pt x="4108924" y="1338717"/>
                  <a:pt x="4099668" y="1324581"/>
                </a:cubicBezTo>
                <a:cubicBezTo>
                  <a:pt x="4090413" y="1310446"/>
                  <a:pt x="4085786" y="1293955"/>
                  <a:pt x="4085786" y="1275109"/>
                </a:cubicBezTo>
                <a:cubicBezTo>
                  <a:pt x="4085786" y="1260974"/>
                  <a:pt x="4088562" y="1247680"/>
                  <a:pt x="4094116" y="1235228"/>
                </a:cubicBezTo>
                <a:cubicBezTo>
                  <a:pt x="4099668" y="1222775"/>
                  <a:pt x="4107157" y="1212342"/>
                  <a:pt x="4116580" y="1203928"/>
                </a:cubicBezTo>
                <a:cubicBezTo>
                  <a:pt x="4128023" y="1193495"/>
                  <a:pt x="4141570" y="1186007"/>
                  <a:pt x="4157219" y="1181464"/>
                </a:cubicBezTo>
                <a:cubicBezTo>
                  <a:pt x="4172868" y="1176920"/>
                  <a:pt x="4191631" y="1174649"/>
                  <a:pt x="4213507" y="1174649"/>
                </a:cubicBezTo>
                <a:close/>
                <a:moveTo>
                  <a:pt x="2197570" y="1174649"/>
                </a:moveTo>
                <a:cubicBezTo>
                  <a:pt x="2253101" y="1174649"/>
                  <a:pt x="2296011" y="1190466"/>
                  <a:pt x="2326300" y="1222102"/>
                </a:cubicBezTo>
                <a:cubicBezTo>
                  <a:pt x="2356589" y="1253738"/>
                  <a:pt x="2371734" y="1297489"/>
                  <a:pt x="2371734" y="1353356"/>
                </a:cubicBezTo>
                <a:cubicBezTo>
                  <a:pt x="2371734" y="1391050"/>
                  <a:pt x="2365172" y="1424789"/>
                  <a:pt x="2352046" y="1454574"/>
                </a:cubicBezTo>
                <a:cubicBezTo>
                  <a:pt x="2338921" y="1484359"/>
                  <a:pt x="2318896" y="1507749"/>
                  <a:pt x="2291972" y="1524745"/>
                </a:cubicBezTo>
                <a:cubicBezTo>
                  <a:pt x="2265048" y="1541740"/>
                  <a:pt x="2231898" y="1550238"/>
                  <a:pt x="2192521" y="1550238"/>
                </a:cubicBezTo>
                <a:cubicBezTo>
                  <a:pt x="2155164" y="1550238"/>
                  <a:pt x="2123024" y="1542834"/>
                  <a:pt x="2096100" y="1528026"/>
                </a:cubicBezTo>
                <a:cubicBezTo>
                  <a:pt x="2069176" y="1513218"/>
                  <a:pt x="2048731" y="1491847"/>
                  <a:pt x="2034764" y="1463913"/>
                </a:cubicBezTo>
                <a:cubicBezTo>
                  <a:pt x="2020797" y="1435980"/>
                  <a:pt x="2013814" y="1402829"/>
                  <a:pt x="2013814" y="1364463"/>
                </a:cubicBezTo>
                <a:cubicBezTo>
                  <a:pt x="2013814" y="1326432"/>
                  <a:pt x="2021049" y="1293114"/>
                  <a:pt x="2035521" y="1264507"/>
                </a:cubicBezTo>
                <a:cubicBezTo>
                  <a:pt x="2049993" y="1235901"/>
                  <a:pt x="2071027" y="1213772"/>
                  <a:pt x="2098624" y="1198123"/>
                </a:cubicBezTo>
                <a:cubicBezTo>
                  <a:pt x="2126221" y="1182473"/>
                  <a:pt x="2159203" y="1174649"/>
                  <a:pt x="2197570" y="1174649"/>
                </a:cubicBezTo>
                <a:close/>
                <a:moveTo>
                  <a:pt x="910685" y="1174649"/>
                </a:moveTo>
                <a:cubicBezTo>
                  <a:pt x="955446" y="1174649"/>
                  <a:pt x="997010" y="1183904"/>
                  <a:pt x="1035377" y="1202414"/>
                </a:cubicBezTo>
                <a:lnTo>
                  <a:pt x="1035377" y="1317514"/>
                </a:lnTo>
                <a:lnTo>
                  <a:pt x="952585" y="1317514"/>
                </a:lnTo>
                <a:lnTo>
                  <a:pt x="952585" y="1287224"/>
                </a:lnTo>
                <a:cubicBezTo>
                  <a:pt x="952585" y="1272080"/>
                  <a:pt x="949304" y="1259880"/>
                  <a:pt x="942742" y="1250625"/>
                </a:cubicBezTo>
                <a:cubicBezTo>
                  <a:pt x="936179" y="1241370"/>
                  <a:pt x="923642" y="1236742"/>
                  <a:pt x="905132" y="1236742"/>
                </a:cubicBezTo>
                <a:cubicBezTo>
                  <a:pt x="877871" y="1236742"/>
                  <a:pt x="858015" y="1247595"/>
                  <a:pt x="845563" y="1269303"/>
                </a:cubicBezTo>
                <a:cubicBezTo>
                  <a:pt x="833110" y="1291011"/>
                  <a:pt x="826885" y="1318692"/>
                  <a:pt x="826885" y="1352347"/>
                </a:cubicBezTo>
                <a:cubicBezTo>
                  <a:pt x="826885" y="1390714"/>
                  <a:pt x="835130" y="1419825"/>
                  <a:pt x="851621" y="1439682"/>
                </a:cubicBezTo>
                <a:cubicBezTo>
                  <a:pt x="868111" y="1459538"/>
                  <a:pt x="892343" y="1469466"/>
                  <a:pt x="924315" y="1469466"/>
                </a:cubicBezTo>
                <a:cubicBezTo>
                  <a:pt x="958980" y="1469466"/>
                  <a:pt x="995327" y="1457687"/>
                  <a:pt x="1033358" y="1434129"/>
                </a:cubicBezTo>
                <a:lnTo>
                  <a:pt x="1033358" y="1512881"/>
                </a:lnTo>
                <a:cubicBezTo>
                  <a:pt x="1013838" y="1526007"/>
                  <a:pt x="993729" y="1535514"/>
                  <a:pt x="973031" y="1541404"/>
                </a:cubicBezTo>
                <a:cubicBezTo>
                  <a:pt x="952333" y="1547293"/>
                  <a:pt x="928859" y="1550238"/>
                  <a:pt x="902608" y="1550238"/>
                </a:cubicBezTo>
                <a:cubicBezTo>
                  <a:pt x="859530" y="1550238"/>
                  <a:pt x="824949" y="1540731"/>
                  <a:pt x="798866" y="1521716"/>
                </a:cubicBezTo>
                <a:cubicBezTo>
                  <a:pt x="772784" y="1502701"/>
                  <a:pt x="754358" y="1479142"/>
                  <a:pt x="743588" y="1451040"/>
                </a:cubicBezTo>
                <a:cubicBezTo>
                  <a:pt x="732818" y="1422938"/>
                  <a:pt x="727434" y="1393574"/>
                  <a:pt x="727434" y="1362948"/>
                </a:cubicBezTo>
                <a:cubicBezTo>
                  <a:pt x="727434" y="1328283"/>
                  <a:pt x="734080" y="1296732"/>
                  <a:pt x="747374" y="1268293"/>
                </a:cubicBezTo>
                <a:cubicBezTo>
                  <a:pt x="760668" y="1239855"/>
                  <a:pt x="781029" y="1217138"/>
                  <a:pt x="808458" y="1200142"/>
                </a:cubicBezTo>
                <a:cubicBezTo>
                  <a:pt x="835887" y="1183146"/>
                  <a:pt x="869963" y="1174649"/>
                  <a:pt x="910685" y="1174649"/>
                </a:cubicBezTo>
                <a:close/>
                <a:moveTo>
                  <a:pt x="502120" y="1174649"/>
                </a:moveTo>
                <a:cubicBezTo>
                  <a:pt x="557650" y="1174649"/>
                  <a:pt x="600561" y="1190466"/>
                  <a:pt x="630850" y="1222102"/>
                </a:cubicBezTo>
                <a:cubicBezTo>
                  <a:pt x="661139" y="1253738"/>
                  <a:pt x="676284" y="1297489"/>
                  <a:pt x="676284" y="1353356"/>
                </a:cubicBezTo>
                <a:cubicBezTo>
                  <a:pt x="676284" y="1391050"/>
                  <a:pt x="669722" y="1424789"/>
                  <a:pt x="656596" y="1454574"/>
                </a:cubicBezTo>
                <a:cubicBezTo>
                  <a:pt x="643471" y="1484359"/>
                  <a:pt x="623446" y="1507749"/>
                  <a:pt x="596522" y="1524745"/>
                </a:cubicBezTo>
                <a:cubicBezTo>
                  <a:pt x="569598" y="1541740"/>
                  <a:pt x="536448" y="1550238"/>
                  <a:pt x="497072" y="1550238"/>
                </a:cubicBezTo>
                <a:cubicBezTo>
                  <a:pt x="459715" y="1550238"/>
                  <a:pt x="427574" y="1542834"/>
                  <a:pt x="400650" y="1528026"/>
                </a:cubicBezTo>
                <a:cubicBezTo>
                  <a:pt x="373726" y="1513218"/>
                  <a:pt x="353281" y="1491847"/>
                  <a:pt x="339314" y="1463913"/>
                </a:cubicBezTo>
                <a:cubicBezTo>
                  <a:pt x="325347" y="1435980"/>
                  <a:pt x="318363" y="1402829"/>
                  <a:pt x="318363" y="1364463"/>
                </a:cubicBezTo>
                <a:cubicBezTo>
                  <a:pt x="318363" y="1326432"/>
                  <a:pt x="325599" y="1293114"/>
                  <a:pt x="340071" y="1264507"/>
                </a:cubicBezTo>
                <a:cubicBezTo>
                  <a:pt x="354543" y="1235901"/>
                  <a:pt x="375577" y="1213772"/>
                  <a:pt x="403174" y="1198123"/>
                </a:cubicBezTo>
                <a:cubicBezTo>
                  <a:pt x="430771" y="1182473"/>
                  <a:pt x="463753" y="1174649"/>
                  <a:pt x="502120" y="1174649"/>
                </a:cubicBezTo>
                <a:close/>
                <a:moveTo>
                  <a:pt x="5905074" y="0"/>
                </a:moveTo>
                <a:lnTo>
                  <a:pt x="11580527" y="0"/>
                </a:lnTo>
                <a:lnTo>
                  <a:pt x="11580527" y="6858000"/>
                </a:lnTo>
                <a:lnTo>
                  <a:pt x="5905074" y="6858000"/>
                </a:lnTo>
                <a:cubicBezTo>
                  <a:pt x="5543365" y="5378611"/>
                  <a:pt x="6981158" y="3772623"/>
                  <a:pt x="7268265" y="2336752"/>
                </a:cubicBezTo>
                <a:lnTo>
                  <a:pt x="7298187" y="2148732"/>
                </a:lnTo>
                <a:lnTo>
                  <a:pt x="7514195" y="2148732"/>
                </a:lnTo>
                <a:lnTo>
                  <a:pt x="7514195" y="2039690"/>
                </a:lnTo>
                <a:lnTo>
                  <a:pt x="7441500" y="2039690"/>
                </a:lnTo>
                <a:lnTo>
                  <a:pt x="7441500" y="2055844"/>
                </a:lnTo>
                <a:cubicBezTo>
                  <a:pt x="7441500" y="2062912"/>
                  <a:pt x="7441080" y="2067960"/>
                  <a:pt x="7440239" y="2070989"/>
                </a:cubicBezTo>
                <a:cubicBezTo>
                  <a:pt x="7439397" y="2074018"/>
                  <a:pt x="7437378" y="2076290"/>
                  <a:pt x="7434181" y="2077804"/>
                </a:cubicBezTo>
                <a:cubicBezTo>
                  <a:pt x="7430984" y="2079319"/>
                  <a:pt x="7425514" y="2080076"/>
                  <a:pt x="7417774" y="2080076"/>
                </a:cubicBezTo>
                <a:lnTo>
                  <a:pt x="7362243" y="2080076"/>
                </a:lnTo>
                <a:lnTo>
                  <a:pt x="7362243" y="2003343"/>
                </a:lnTo>
                <a:lnTo>
                  <a:pt x="7466237" y="2003343"/>
                </a:lnTo>
                <a:lnTo>
                  <a:pt x="7466237" y="1932162"/>
                </a:lnTo>
                <a:lnTo>
                  <a:pt x="7362243" y="1932162"/>
                </a:lnTo>
                <a:lnTo>
                  <a:pt x="7362243" y="1864516"/>
                </a:lnTo>
                <a:lnTo>
                  <a:pt x="7416764" y="1864516"/>
                </a:lnTo>
                <a:cubicBezTo>
                  <a:pt x="7423832" y="1864516"/>
                  <a:pt x="7428712" y="1865946"/>
                  <a:pt x="7431404" y="1868807"/>
                </a:cubicBezTo>
                <a:cubicBezTo>
                  <a:pt x="7434096" y="1871667"/>
                  <a:pt x="7435443" y="1876968"/>
                  <a:pt x="7435443" y="1884709"/>
                </a:cubicBezTo>
                <a:lnTo>
                  <a:pt x="7435443" y="1900863"/>
                </a:lnTo>
                <a:lnTo>
                  <a:pt x="7508138" y="1900863"/>
                </a:lnTo>
                <a:lnTo>
                  <a:pt x="7508138" y="1795859"/>
                </a:lnTo>
                <a:lnTo>
                  <a:pt x="7312993" y="1795859"/>
                </a:lnTo>
                <a:lnTo>
                  <a:pt x="7309834" y="1703095"/>
                </a:lnTo>
                <a:lnTo>
                  <a:pt x="7285058" y="1539132"/>
                </a:lnTo>
                <a:lnTo>
                  <a:pt x="7523721" y="1539132"/>
                </a:lnTo>
                <a:lnTo>
                  <a:pt x="7523721" y="1430090"/>
                </a:lnTo>
                <a:lnTo>
                  <a:pt x="7451026" y="1430090"/>
                </a:lnTo>
                <a:lnTo>
                  <a:pt x="7451026" y="1446244"/>
                </a:lnTo>
                <a:cubicBezTo>
                  <a:pt x="7451026" y="1453312"/>
                  <a:pt x="7450605" y="1458360"/>
                  <a:pt x="7449764" y="1461389"/>
                </a:cubicBezTo>
                <a:cubicBezTo>
                  <a:pt x="7448923" y="1464418"/>
                  <a:pt x="7446903" y="1466690"/>
                  <a:pt x="7443706" y="1468204"/>
                </a:cubicBezTo>
                <a:cubicBezTo>
                  <a:pt x="7440509" y="1469719"/>
                  <a:pt x="7435040" y="1470476"/>
                  <a:pt x="7427299" y="1470476"/>
                </a:cubicBezTo>
                <a:lnTo>
                  <a:pt x="7371769" y="1470476"/>
                </a:lnTo>
                <a:lnTo>
                  <a:pt x="7371769" y="1393743"/>
                </a:lnTo>
                <a:lnTo>
                  <a:pt x="7475762" y="1393743"/>
                </a:lnTo>
                <a:lnTo>
                  <a:pt x="7475762" y="1322562"/>
                </a:lnTo>
                <a:lnTo>
                  <a:pt x="7371769" y="1322562"/>
                </a:lnTo>
                <a:lnTo>
                  <a:pt x="7371769" y="1254916"/>
                </a:lnTo>
                <a:lnTo>
                  <a:pt x="7426290" y="1254916"/>
                </a:lnTo>
                <a:cubicBezTo>
                  <a:pt x="7433357" y="1254916"/>
                  <a:pt x="7438237" y="1256346"/>
                  <a:pt x="7440930" y="1259207"/>
                </a:cubicBezTo>
                <a:cubicBezTo>
                  <a:pt x="7443622" y="1262067"/>
                  <a:pt x="7444968" y="1267368"/>
                  <a:pt x="7444968" y="1275109"/>
                </a:cubicBezTo>
                <a:lnTo>
                  <a:pt x="7444968" y="1291263"/>
                </a:lnTo>
                <a:lnTo>
                  <a:pt x="7517663" y="1291263"/>
                </a:lnTo>
                <a:lnTo>
                  <a:pt x="7517663" y="1186259"/>
                </a:lnTo>
                <a:lnTo>
                  <a:pt x="7240009" y="1186259"/>
                </a:lnTo>
                <a:lnTo>
                  <a:pt x="7240009" y="1243305"/>
                </a:lnTo>
                <a:lnTo>
                  <a:pt x="7250610" y="1243305"/>
                </a:lnTo>
                <a:cubicBezTo>
                  <a:pt x="7259361" y="1243305"/>
                  <a:pt x="7265334" y="1244483"/>
                  <a:pt x="7268532" y="1246838"/>
                </a:cubicBezTo>
                <a:cubicBezTo>
                  <a:pt x="7271729" y="1249194"/>
                  <a:pt x="7273328" y="1254243"/>
                  <a:pt x="7273328" y="1261983"/>
                </a:cubicBezTo>
                <a:lnTo>
                  <a:pt x="7273328" y="1462399"/>
                </a:lnTo>
                <a:lnTo>
                  <a:pt x="7271185" y="1470969"/>
                </a:lnTo>
                <a:lnTo>
                  <a:pt x="7221744" y="1296382"/>
                </a:lnTo>
                <a:cubicBezTo>
                  <a:pt x="7056326" y="830088"/>
                  <a:pt x="6659599" y="393720"/>
                  <a:pt x="5905074" y="0"/>
                </a:cubicBezTo>
                <a:close/>
              </a:path>
            </a:pathLst>
          </a:cu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lt1"/>
              </a:solidFill>
              <a:latin typeface="Gill Sans"/>
              <a:ea typeface="Gill Sans"/>
              <a:cs typeface="Gill Sans"/>
              <a:sym typeface="Gill Sans"/>
            </a:endParaRPr>
          </a:p>
        </p:txBody>
      </p:sp>
      <p:sp>
        <p:nvSpPr>
          <p:cNvPr id="90" name="Google Shape;90;p1"/>
          <p:cNvSpPr/>
          <p:nvPr/>
        </p:nvSpPr>
        <p:spPr>
          <a:xfrm>
            <a:off x="7449636" y="4741071"/>
            <a:ext cx="4578220" cy="171459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lt1"/>
                </a:solidFill>
                <a:highlight>
                  <a:srgbClr val="000000"/>
                </a:highlight>
                <a:latin typeface="Gill Sans"/>
                <a:ea typeface="Gill Sans"/>
                <a:cs typeface="Gill Sans"/>
                <a:sym typeface="Gill Sans"/>
              </a:rPr>
              <a:t>BY</a:t>
            </a:r>
            <a:endParaRPr dirty="0"/>
          </a:p>
          <a:p>
            <a:pPr marL="0" marR="0" lvl="0" indent="0" algn="l" rtl="0">
              <a:spcBef>
                <a:spcPts val="0"/>
              </a:spcBef>
              <a:spcAft>
                <a:spcPts val="0"/>
              </a:spcAft>
              <a:buNone/>
            </a:pPr>
            <a:r>
              <a:rPr lang="en-US" sz="2000" dirty="0">
                <a:solidFill>
                  <a:schemeClr val="lt1"/>
                </a:solidFill>
                <a:highlight>
                  <a:srgbClr val="000000"/>
                </a:highlight>
                <a:latin typeface="Gill Sans"/>
                <a:ea typeface="Gill Sans"/>
                <a:cs typeface="Gill Sans"/>
                <a:sym typeface="Gill Sans"/>
              </a:rPr>
              <a:t>     SUBHA G S (111522102151)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p:nvPr/>
        </p:nvSpPr>
        <p:spPr>
          <a:xfrm>
            <a:off x="213482" y="275779"/>
            <a:ext cx="6914147" cy="624782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panose="020B0604020202020204" pitchFamily="34" charset="0"/>
              <a:buChar char="•"/>
            </a:pPr>
            <a:r>
              <a:rPr lang="en-US" sz="2000" dirty="0">
                <a:solidFill>
                  <a:schemeClr val="dk1"/>
                </a:solidFill>
                <a:latin typeface="Gill Sans"/>
                <a:ea typeface="Gill Sans"/>
                <a:cs typeface="Gill Sans"/>
                <a:sym typeface="Gill Sans"/>
              </a:rPr>
              <a:t>In an era where road safety is paramount, our Location-Based Vehicle Accident Preventor and </a:t>
            </a:r>
            <a:r>
              <a:rPr lang="en-US" sz="2000" dirty="0" err="1">
                <a:solidFill>
                  <a:schemeClr val="dk1"/>
                </a:solidFill>
                <a:latin typeface="Gill Sans"/>
                <a:ea typeface="Gill Sans"/>
                <a:cs typeface="Gill Sans"/>
                <a:sym typeface="Gill Sans"/>
              </a:rPr>
              <a:t>Dedector</a:t>
            </a:r>
            <a:r>
              <a:rPr lang="en-US" sz="2000" dirty="0">
                <a:solidFill>
                  <a:schemeClr val="dk1"/>
                </a:solidFill>
                <a:latin typeface="Gill Sans"/>
                <a:ea typeface="Gill Sans"/>
                <a:cs typeface="Gill Sans"/>
                <a:sym typeface="Gill Sans"/>
              </a:rPr>
              <a:t> emerges as a pivotal solution. This innovative system seamlessly combines advanced technologies to proactively prevent accidents and mitigate their severity.</a:t>
            </a:r>
          </a:p>
          <a:p>
            <a:pPr marL="342900" marR="0" lvl="0" indent="-342900" algn="l" rtl="0">
              <a:spcBef>
                <a:spcPts val="0"/>
              </a:spcBef>
              <a:spcAft>
                <a:spcPts val="0"/>
              </a:spcAft>
              <a:buClr>
                <a:schemeClr val="dk1"/>
              </a:buClr>
              <a:buSzPts val="2000"/>
              <a:buFont typeface="Arial"/>
              <a:buChar char="•"/>
            </a:pPr>
            <a:endParaRPr lang="en-US" sz="2000" dirty="0">
              <a:solidFill>
                <a:schemeClr val="dk1"/>
              </a:solidFill>
              <a:latin typeface="Gill Sans"/>
              <a:ea typeface="Gill Sans"/>
              <a:cs typeface="Gill Sans"/>
              <a:sym typeface="Gill Sans"/>
            </a:endParaRP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Gill Sans"/>
                <a:ea typeface="Gill Sans"/>
                <a:cs typeface="Gill Sans"/>
                <a:sym typeface="Gill Sans"/>
              </a:rPr>
              <a:t>At its core, our system integrates cutting-edge GPS technology with obstacle detection capabilities. By leveraging GPS, it accurately tracks vehicle movements and precisely pinpoints their location in real-time. Simultaneously, ultrasonic sensors act as vigilant guardians, swiftly detecting obstacles along the vehicle's path.</a:t>
            </a:r>
          </a:p>
          <a:p>
            <a:pPr marL="342900" marR="0" lvl="0" indent="-342900" algn="l" rtl="0">
              <a:spcBef>
                <a:spcPts val="0"/>
              </a:spcBef>
              <a:spcAft>
                <a:spcPts val="0"/>
              </a:spcAft>
              <a:buClr>
                <a:schemeClr val="dk1"/>
              </a:buClr>
              <a:buSzPts val="2000"/>
              <a:buFont typeface="Arial"/>
              <a:buChar char="•"/>
            </a:pPr>
            <a:endParaRPr lang="en-US" sz="2000" dirty="0">
              <a:solidFill>
                <a:schemeClr val="dk1"/>
              </a:solidFill>
              <a:latin typeface="Gill Sans"/>
              <a:ea typeface="Gill Sans"/>
              <a:cs typeface="Gill Sans"/>
              <a:sym typeface="Gill Sans"/>
            </a:endParaRP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Gill Sans"/>
                <a:ea typeface="Gill Sans"/>
                <a:cs typeface="Gill Sans"/>
                <a:sym typeface="Gill Sans"/>
              </a:rPr>
              <a:t>In the event of an imminent collision, our system springs into action. The ultrasonic sensors detect obstacles, promptly halting the vehicle's movement to avert disaster. Through intelligent analysis, it assesses alternative paths, ensuring the safest route forward. Should a collision occur despite these preventive measures, the system seamlessly transitions into its accident deduction mode.</a:t>
            </a:r>
          </a:p>
        </p:txBody>
      </p:sp>
      <p:sp>
        <p:nvSpPr>
          <p:cNvPr id="96" name="Google Shape;96;p2"/>
          <p:cNvSpPr/>
          <p:nvPr/>
        </p:nvSpPr>
        <p:spPr>
          <a:xfrm>
            <a:off x="7127630" y="-58615"/>
            <a:ext cx="9261231" cy="6916615"/>
          </a:xfrm>
          <a:prstGeom prst="ellipse">
            <a:avLst/>
          </a:prstGeom>
          <a:solidFill>
            <a:schemeClr val="accent1"/>
          </a:solidFill>
          <a:ln w="12700" cap="flat" cmpd="sng">
            <a:solidFill>
              <a:srgbClr val="464D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pic>
        <p:nvPicPr>
          <p:cNvPr id="97" name="Google Shape;97;p2" descr="Health &amp; Safety | FUJIFILM Business Innovation | New Zealand"/>
          <p:cNvPicPr preferRelativeResize="0"/>
          <p:nvPr/>
        </p:nvPicPr>
        <p:blipFill rotWithShape="1">
          <a:blip r:embed="rId3">
            <a:alphaModFix/>
          </a:blip>
          <a:srcRect/>
          <a:stretch/>
        </p:blipFill>
        <p:spPr>
          <a:xfrm>
            <a:off x="7127631" y="-58615"/>
            <a:ext cx="9261230" cy="6916615"/>
          </a:xfrm>
          <a:prstGeom prst="ellipse">
            <a:avLst/>
          </a:prstGeom>
          <a:noFill/>
          <a:ln w="63500" cap="rnd" cmpd="sng">
            <a:solidFill>
              <a:srgbClr val="333333"/>
            </a:solidFill>
            <a:prstDash val="solid"/>
            <a:round/>
            <a:headEnd type="none" w="sm" len="sm"/>
            <a:tailEnd type="none" w="sm" len="sm"/>
          </a:ln>
          <a:effectLst>
            <a:outerShdw blurRad="381000" dist="292100" dir="5400000" sx="-80000" sy="-18000" rotWithShape="0">
              <a:srgbClr val="000000">
                <a:alpha val="21960"/>
              </a:srgbClr>
            </a:outerShdw>
          </a:effectLst>
        </p:spPr>
      </p:pic>
      <p:sp>
        <p:nvSpPr>
          <p:cNvPr id="98" name="Google Shape;98;p2"/>
          <p:cNvSpPr txBox="1"/>
          <p:nvPr/>
        </p:nvSpPr>
        <p:spPr>
          <a:xfrm>
            <a:off x="7127630" y="3014971"/>
            <a:ext cx="511601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dirty="0">
                <a:solidFill>
                  <a:schemeClr val="dk1"/>
                </a:solidFill>
                <a:latin typeface="Arial Black"/>
                <a:ea typeface="Arial Black"/>
                <a:cs typeface="Arial Black"/>
                <a:sym typeface="Arial Black"/>
              </a:rPr>
              <a:t>INTRODUCTION</a:t>
            </a:r>
            <a:endParaRPr sz="4400" dirty="0">
              <a:solidFill>
                <a:schemeClr val="dk1"/>
              </a:solidFill>
              <a:latin typeface="Arial Black"/>
              <a:ea typeface="Arial Black"/>
              <a:cs typeface="Arial Black"/>
              <a:sym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576B7A-5FD9-4EE0-54E8-5B2E7284152F}"/>
              </a:ext>
            </a:extLst>
          </p:cNvPr>
          <p:cNvSpPr txBox="1"/>
          <p:nvPr/>
        </p:nvSpPr>
        <p:spPr>
          <a:xfrm>
            <a:off x="512180" y="920621"/>
            <a:ext cx="6094070" cy="5016758"/>
          </a:xfrm>
          <a:prstGeom prst="rect">
            <a:avLst/>
          </a:prstGeom>
          <a:noFill/>
        </p:spPr>
        <p:txBody>
          <a:bodyPr wrap="square">
            <a:spAutoFit/>
          </a:bodyPr>
          <a:lstStyle/>
          <a:p>
            <a:pPr marL="285750" indent="-285750">
              <a:buFont typeface="Arial" panose="020B0604020202020204" pitchFamily="34" charset="0"/>
              <a:buChar char="•"/>
            </a:pPr>
            <a:r>
              <a:rPr lang="en-IN" sz="2000" dirty="0"/>
              <a:t>Upon collision impact, the system triggers an instantaneous alert mechanism. It promptly notifies designated contacts via phone call and SMS, providing them with the precise location of the accident. This swift communication empowers responders to take immediate action, facilitating rescue operations or summoning emergency services.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Our Location-Based Vehicle Accident Preventor and </a:t>
            </a:r>
            <a:r>
              <a:rPr lang="en-IN" sz="2000" dirty="0" err="1"/>
              <a:t>Dedector</a:t>
            </a:r>
            <a:r>
              <a:rPr lang="en-IN" sz="2000" dirty="0"/>
              <a:t> stand as a beacon of safety on the roads. By fusing advanced technologies with proactive accident prevention strategies, it not only saves lives but also transforms the landscape of vehicular safety, ensuring peace of mind for drivers and passengers alike.</a:t>
            </a:r>
          </a:p>
        </p:txBody>
      </p:sp>
      <p:pic>
        <p:nvPicPr>
          <p:cNvPr id="4" name="Google Shape;97;p2" descr="Health &amp; Safety | FUJIFILM Business Innovation | New Zealand">
            <a:extLst>
              <a:ext uri="{FF2B5EF4-FFF2-40B4-BE49-F238E27FC236}">
                <a16:creationId xmlns:a16="http://schemas.microsoft.com/office/drawing/2014/main" id="{B4E11966-2A27-34C6-9909-52C0C510606F}"/>
              </a:ext>
            </a:extLst>
          </p:cNvPr>
          <p:cNvPicPr preferRelativeResize="0"/>
          <p:nvPr/>
        </p:nvPicPr>
        <p:blipFill rotWithShape="1">
          <a:blip r:embed="rId2">
            <a:alphaModFix/>
          </a:blip>
          <a:srcRect/>
          <a:stretch/>
        </p:blipFill>
        <p:spPr>
          <a:xfrm>
            <a:off x="7049205" y="-58615"/>
            <a:ext cx="9261230" cy="6916615"/>
          </a:xfrm>
          <a:prstGeom prst="ellipse">
            <a:avLst/>
          </a:prstGeom>
          <a:noFill/>
          <a:ln w="63500" cap="rnd" cmpd="sng">
            <a:solidFill>
              <a:srgbClr val="333333"/>
            </a:solidFill>
            <a:prstDash val="solid"/>
            <a:round/>
            <a:headEnd type="none" w="sm" len="sm"/>
            <a:tailEnd type="none" w="sm" len="sm"/>
          </a:ln>
          <a:effectLst>
            <a:outerShdw blurRad="381000" dist="292100" dir="5400000" sx="-80000" sy="-18000" rotWithShape="0">
              <a:srgbClr val="000000">
                <a:alpha val="21960"/>
              </a:srgbClr>
            </a:outerShdw>
          </a:effectLst>
        </p:spPr>
      </p:pic>
      <p:sp>
        <p:nvSpPr>
          <p:cNvPr id="6" name="TextBox 5">
            <a:extLst>
              <a:ext uri="{FF2B5EF4-FFF2-40B4-BE49-F238E27FC236}">
                <a16:creationId xmlns:a16="http://schemas.microsoft.com/office/drawing/2014/main" id="{ED04DC13-7485-3F2F-E23E-3A6D79D8988E}"/>
              </a:ext>
            </a:extLst>
          </p:cNvPr>
          <p:cNvSpPr txBox="1"/>
          <p:nvPr/>
        </p:nvSpPr>
        <p:spPr>
          <a:xfrm>
            <a:off x="7049205" y="3014971"/>
            <a:ext cx="5382228" cy="769441"/>
          </a:xfrm>
          <a:prstGeom prst="rect">
            <a:avLst/>
          </a:prstGeom>
          <a:noFill/>
        </p:spPr>
        <p:txBody>
          <a:bodyPr wrap="square">
            <a:spAutoFit/>
          </a:bodyPr>
          <a:lstStyle/>
          <a:p>
            <a:pPr marL="0" marR="0" lvl="0" indent="0" algn="l" rtl="0">
              <a:spcBef>
                <a:spcPts val="0"/>
              </a:spcBef>
              <a:spcAft>
                <a:spcPts val="0"/>
              </a:spcAft>
              <a:buNone/>
            </a:pPr>
            <a:r>
              <a:rPr lang="en-US" sz="4400" dirty="0">
                <a:solidFill>
                  <a:schemeClr val="dk1"/>
                </a:solidFill>
                <a:latin typeface="Arial Black"/>
                <a:ea typeface="Arial Black"/>
                <a:cs typeface="Arial Black"/>
                <a:sym typeface="Arial Black"/>
              </a:rPr>
              <a:t>INTRODUCTION</a:t>
            </a:r>
          </a:p>
        </p:txBody>
      </p:sp>
    </p:spTree>
    <p:extLst>
      <p:ext uri="{BB962C8B-B14F-4D97-AF65-F5344CB8AC3E}">
        <p14:creationId xmlns:p14="http://schemas.microsoft.com/office/powerpoint/2010/main" val="266199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p:nvPr/>
        </p:nvSpPr>
        <p:spPr>
          <a:xfrm>
            <a:off x="278580" y="971689"/>
            <a:ext cx="729488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The feature in our system is accident alert.  When we got hit by a vehicle or we dash our vehicle somewhere.  It will create some jerk and </a:t>
            </a:r>
            <a:r>
              <a:rPr lang="en-US" sz="2000" dirty="0">
                <a:solidFill>
                  <a:srgbClr val="FF0000"/>
                </a:solidFill>
                <a:latin typeface="Times New Roman"/>
                <a:ea typeface="Times New Roman"/>
                <a:cs typeface="Times New Roman"/>
                <a:sym typeface="Times New Roman"/>
              </a:rPr>
              <a:t>we will get an alert phone call and an SMS about the accident with the location.  </a:t>
            </a:r>
            <a:r>
              <a:rPr lang="en-US" sz="2000" dirty="0">
                <a:solidFill>
                  <a:schemeClr val="dk1"/>
                </a:solidFill>
                <a:latin typeface="Times New Roman"/>
                <a:ea typeface="Times New Roman"/>
                <a:cs typeface="Times New Roman"/>
                <a:sym typeface="Times New Roman"/>
              </a:rPr>
              <a:t>So we can see the dropped pin that is the location where the accident had occurred. </a:t>
            </a:r>
            <a:endParaRPr dirty="0"/>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dirty="0">
                <a:solidFill>
                  <a:srgbClr val="FF0000"/>
                </a:solidFill>
                <a:latin typeface="Times New Roman"/>
                <a:ea typeface="Times New Roman"/>
                <a:cs typeface="Times New Roman"/>
                <a:sym typeface="Times New Roman"/>
              </a:rPr>
              <a:t>The Ultrasonic Sensor deducts the obstacle before it</a:t>
            </a:r>
            <a:r>
              <a:rPr lang="en-US" sz="2000" dirty="0">
                <a:solidFill>
                  <a:schemeClr val="dk1"/>
                </a:solidFill>
                <a:latin typeface="Times New Roman"/>
                <a:ea typeface="Times New Roman"/>
                <a:cs typeface="Times New Roman"/>
                <a:sym typeface="Times New Roman"/>
              </a:rPr>
              <a:t>, then it will stop immediately and checks whether any obstacles in the right or left then</a:t>
            </a:r>
            <a:r>
              <a:rPr lang="en-US" sz="2000" dirty="0">
                <a:solidFill>
                  <a:srgbClr val="FF0000"/>
                </a:solidFill>
                <a:latin typeface="Times New Roman"/>
                <a:ea typeface="Times New Roman"/>
                <a:cs typeface="Times New Roman"/>
                <a:sym typeface="Times New Roman"/>
              </a:rPr>
              <a:t> it moves in the direction where there is no obstacle</a:t>
            </a:r>
            <a:r>
              <a:rPr lang="en-US" sz="2000" dirty="0">
                <a:solidFill>
                  <a:schemeClr val="dk1"/>
                </a:solidFill>
                <a:latin typeface="Times New Roman"/>
                <a:ea typeface="Times New Roman"/>
                <a:cs typeface="Times New Roman"/>
                <a:sym typeface="Times New Roman"/>
              </a:rPr>
              <a:t>.  So when we are driving and the vehicle is out of control and going to dash then this will help in stopping the vehicle and prevents the accident.  </a:t>
            </a:r>
            <a:endParaRPr dirty="0"/>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000" dirty="0">
                <a:solidFill>
                  <a:schemeClr val="dk1"/>
                </a:solidFill>
                <a:latin typeface="Times New Roman"/>
                <a:ea typeface="Times New Roman"/>
                <a:cs typeface="Times New Roman"/>
                <a:sym typeface="Times New Roman"/>
              </a:rPr>
              <a:t>So when we combine these two when a vehicle is out of control and going to dash somewhere the </a:t>
            </a:r>
            <a:r>
              <a:rPr lang="en-US" sz="2000" dirty="0">
                <a:solidFill>
                  <a:srgbClr val="FF0000"/>
                </a:solidFill>
                <a:latin typeface="Times New Roman"/>
                <a:ea typeface="Times New Roman"/>
                <a:cs typeface="Times New Roman"/>
                <a:sym typeface="Times New Roman"/>
              </a:rPr>
              <a:t>obstacle avoider helps in preventing the accident by stopping the vehicle </a:t>
            </a:r>
            <a:r>
              <a:rPr lang="en-US" sz="2000" dirty="0">
                <a:solidFill>
                  <a:schemeClr val="dk1"/>
                </a:solidFill>
                <a:latin typeface="Times New Roman"/>
                <a:ea typeface="Times New Roman"/>
                <a:cs typeface="Times New Roman"/>
                <a:sym typeface="Times New Roman"/>
              </a:rPr>
              <a:t>in case the obstacle avoider fails then the accident alert and location tracker comes into use and then </a:t>
            </a:r>
            <a:r>
              <a:rPr lang="en-US" sz="2000" dirty="0">
                <a:solidFill>
                  <a:srgbClr val="FF0000"/>
                </a:solidFill>
                <a:latin typeface="Times New Roman"/>
                <a:ea typeface="Times New Roman"/>
                <a:cs typeface="Times New Roman"/>
                <a:sym typeface="Times New Roman"/>
              </a:rPr>
              <a:t>send an emergency call and an SMS</a:t>
            </a:r>
            <a:r>
              <a:rPr lang="en-US" sz="2000" dirty="0">
                <a:solidFill>
                  <a:schemeClr val="dk1"/>
                </a:solidFill>
                <a:latin typeface="Times New Roman"/>
                <a:ea typeface="Times New Roman"/>
                <a:cs typeface="Times New Roman"/>
                <a:sym typeface="Times New Roman"/>
              </a:rPr>
              <a:t> to the given number and they can come immediately or call the ambulance and rescue the person.</a:t>
            </a:r>
            <a:endParaRPr sz="2000" dirty="0">
              <a:solidFill>
                <a:schemeClr val="dk1"/>
              </a:solidFill>
              <a:latin typeface="Times New Roman"/>
              <a:ea typeface="Times New Roman"/>
              <a:cs typeface="Times New Roman"/>
              <a:sym typeface="Times New Roman"/>
            </a:endParaRPr>
          </a:p>
        </p:txBody>
      </p:sp>
      <p:sp>
        <p:nvSpPr>
          <p:cNvPr id="111" name="Google Shape;111;p4"/>
          <p:cNvSpPr txBox="1"/>
          <p:nvPr/>
        </p:nvSpPr>
        <p:spPr>
          <a:xfrm>
            <a:off x="406400" y="254000"/>
            <a:ext cx="729488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chemeClr val="dk1"/>
                </a:solidFill>
                <a:latin typeface="Gill Sans"/>
                <a:ea typeface="Gill Sans"/>
                <a:cs typeface="Gill Sans"/>
                <a:sym typeface="Gill Sans"/>
              </a:rPr>
              <a:t>ABSTRACT OF THIS PROJECT </a:t>
            </a:r>
            <a:endParaRPr sz="3200" dirty="0">
              <a:solidFill>
                <a:schemeClr val="dk1"/>
              </a:solidFill>
              <a:latin typeface="Gill Sans"/>
              <a:ea typeface="Gill Sans"/>
              <a:cs typeface="Gill Sans"/>
              <a:sym typeface="Gill Sans"/>
            </a:endParaRPr>
          </a:p>
        </p:txBody>
      </p:sp>
      <p:pic>
        <p:nvPicPr>
          <p:cNvPr id="112" name="Google Shape;112;p4" descr="4 Essential Components Of A Safety Management System | Rapid Global"/>
          <p:cNvPicPr preferRelativeResize="0"/>
          <p:nvPr/>
        </p:nvPicPr>
        <p:blipFill rotWithShape="1">
          <a:blip r:embed="rId3">
            <a:alphaModFix/>
          </a:blip>
          <a:srcRect/>
          <a:stretch/>
        </p:blipFill>
        <p:spPr>
          <a:xfrm>
            <a:off x="7965440" y="609600"/>
            <a:ext cx="4084320" cy="3184931"/>
          </a:xfrm>
          <a:prstGeom prst="rect">
            <a:avLst/>
          </a:prstGeom>
          <a:noFill/>
          <a:ln>
            <a:noFill/>
          </a:ln>
        </p:spPr>
      </p:pic>
      <p:pic>
        <p:nvPicPr>
          <p:cNvPr id="113" name="Google Shape;113;p4" descr="Sigfox GPS IoT Tracker ⎢CHIPFOX"/>
          <p:cNvPicPr preferRelativeResize="0"/>
          <p:nvPr/>
        </p:nvPicPr>
        <p:blipFill rotWithShape="1">
          <a:blip r:embed="rId4">
            <a:alphaModFix/>
          </a:blip>
          <a:srcRect/>
          <a:stretch/>
        </p:blipFill>
        <p:spPr>
          <a:xfrm>
            <a:off x="7965440" y="3794531"/>
            <a:ext cx="4084320" cy="26034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p:nvPr/>
        </p:nvSpPr>
        <p:spPr>
          <a:xfrm>
            <a:off x="207787" y="412367"/>
            <a:ext cx="7146741"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chemeClr val="dk1"/>
                </a:solidFill>
              </a:rPr>
              <a:t>OBJECTIVE </a:t>
            </a:r>
            <a:r>
              <a:rPr lang="en-US" sz="3200" dirty="0">
                <a:solidFill>
                  <a:schemeClr val="dk1"/>
                </a:solidFill>
                <a:latin typeface="Arial"/>
                <a:ea typeface="Arial"/>
                <a:cs typeface="Arial"/>
                <a:sym typeface="Arial"/>
              </a:rPr>
              <a:t>OF THIS PROJECT </a:t>
            </a:r>
            <a:endParaRPr sz="3200" dirty="0">
              <a:solidFill>
                <a:schemeClr val="dk1"/>
              </a:solidFill>
              <a:latin typeface="Arial"/>
              <a:ea typeface="Arial"/>
              <a:cs typeface="Arial"/>
              <a:sym typeface="Arial"/>
            </a:endParaRPr>
          </a:p>
        </p:txBody>
      </p:sp>
      <p:sp>
        <p:nvSpPr>
          <p:cNvPr id="104" name="Google Shape;104;p3"/>
          <p:cNvSpPr txBox="1"/>
          <p:nvPr/>
        </p:nvSpPr>
        <p:spPr>
          <a:xfrm>
            <a:off x="345440" y="1110972"/>
            <a:ext cx="6065520" cy="532453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This system </a:t>
            </a:r>
            <a:r>
              <a:rPr lang="en-US" sz="2000">
                <a:solidFill>
                  <a:srgbClr val="FF0000"/>
                </a:solidFill>
                <a:latin typeface="Times New Roman"/>
                <a:ea typeface="Times New Roman"/>
                <a:cs typeface="Times New Roman"/>
                <a:sym typeface="Times New Roman"/>
              </a:rPr>
              <a:t>analyzes real-time location data </a:t>
            </a:r>
            <a:r>
              <a:rPr lang="en-US" sz="2000">
                <a:solidFill>
                  <a:schemeClr val="dk1"/>
                </a:solidFill>
                <a:latin typeface="Times New Roman"/>
                <a:ea typeface="Times New Roman"/>
                <a:cs typeface="Times New Roman"/>
                <a:sym typeface="Times New Roman"/>
              </a:rPr>
              <a:t>to predict potential collisions and initiate preventive measures. </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Our research focuses on developing a robust </a:t>
            </a:r>
            <a:r>
              <a:rPr lang="en-US" sz="2000">
                <a:solidFill>
                  <a:srgbClr val="FF0000"/>
                </a:solidFill>
                <a:latin typeface="Times New Roman"/>
                <a:ea typeface="Times New Roman"/>
                <a:cs typeface="Times New Roman"/>
                <a:sym typeface="Times New Roman"/>
              </a:rPr>
              <a:t>algorithm for real-time accident prediction </a:t>
            </a:r>
            <a:r>
              <a:rPr lang="en-US" sz="2000">
                <a:solidFill>
                  <a:schemeClr val="dk1"/>
                </a:solidFill>
                <a:latin typeface="Times New Roman"/>
                <a:ea typeface="Times New Roman"/>
                <a:cs typeface="Times New Roman"/>
                <a:sym typeface="Times New Roman"/>
              </a:rPr>
              <a:t>based on comprehensive analysis of vehicle positions and trajectories. </a:t>
            </a:r>
            <a:endParaRPr sz="2000">
              <a:solidFill>
                <a:schemeClr val="dk1"/>
              </a:solidFill>
              <a:latin typeface="Times New Roman"/>
              <a:ea typeface="Times New Roman"/>
              <a:cs typeface="Times New Roman"/>
              <a:sym typeface="Times New Roman"/>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Upon identifying potential collision scenarios, the system activates preventive measures, </a:t>
            </a:r>
            <a:r>
              <a:rPr lang="en-US" sz="2000">
                <a:solidFill>
                  <a:srgbClr val="FF0000"/>
                </a:solidFill>
                <a:latin typeface="Times New Roman"/>
                <a:ea typeface="Times New Roman"/>
                <a:cs typeface="Times New Roman"/>
                <a:sym typeface="Times New Roman"/>
              </a:rPr>
              <a:t>including automated braking and warning signals</a:t>
            </a:r>
            <a:r>
              <a:rPr lang="en-US" sz="2000">
                <a:solidFill>
                  <a:schemeClr val="dk1"/>
                </a:solidFill>
                <a:latin typeface="Times New Roman"/>
                <a:ea typeface="Times New Roman"/>
                <a:cs typeface="Times New Roman"/>
                <a:sym typeface="Times New Roman"/>
              </a:rPr>
              <a:t>, to avert accidents and reduce their severity. </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We assess the system's accuracy and effectiveness through rigorous experimentation under various conditions, ensuring its reliability in real-world scenarios</a:t>
            </a:r>
            <a:endParaRPr sz="2000">
              <a:solidFill>
                <a:schemeClr val="dk1"/>
              </a:solidFill>
              <a:latin typeface="Gill Sans"/>
              <a:ea typeface="Gill Sans"/>
              <a:cs typeface="Gill Sans"/>
              <a:sym typeface="Gill Sans"/>
            </a:endParaRPr>
          </a:p>
        </p:txBody>
      </p:sp>
      <p:pic>
        <p:nvPicPr>
          <p:cNvPr id="105" name="Google Shape;105;p3" descr="Save Life using GPS and IoT using | IoT projects for beginners"/>
          <p:cNvPicPr preferRelativeResize="0"/>
          <p:nvPr/>
        </p:nvPicPr>
        <p:blipFill rotWithShape="1">
          <a:blip r:embed="rId3">
            <a:alphaModFix/>
          </a:blip>
          <a:srcRect/>
          <a:stretch/>
        </p:blipFill>
        <p:spPr>
          <a:xfrm>
            <a:off x="6634480" y="0"/>
            <a:ext cx="5557520"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p:nvPr/>
        </p:nvSpPr>
        <p:spPr>
          <a:xfrm>
            <a:off x="538480" y="558800"/>
            <a:ext cx="1032256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Gill Sans"/>
                <a:ea typeface="Gill Sans"/>
                <a:cs typeface="Gill Sans"/>
                <a:sym typeface="Gill Sans"/>
              </a:rPr>
              <a:t>SOFTWARE AND HARDWARE REQUIREMENTS</a:t>
            </a:r>
            <a:endParaRPr sz="3200">
              <a:solidFill>
                <a:schemeClr val="dk1"/>
              </a:solidFill>
              <a:latin typeface="Gill Sans"/>
              <a:ea typeface="Gill Sans"/>
              <a:cs typeface="Gill Sans"/>
              <a:sym typeface="Gill Sans"/>
            </a:endParaRPr>
          </a:p>
        </p:txBody>
      </p:sp>
      <p:sp>
        <p:nvSpPr>
          <p:cNvPr id="119" name="Google Shape;119;p5"/>
          <p:cNvSpPr txBox="1"/>
          <p:nvPr/>
        </p:nvSpPr>
        <p:spPr>
          <a:xfrm>
            <a:off x="619760" y="1320800"/>
            <a:ext cx="4521200" cy="26776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Gill Sans"/>
                <a:ea typeface="Gill Sans"/>
                <a:cs typeface="Gill Sans"/>
                <a:sym typeface="Gill Sans"/>
              </a:rPr>
              <a:t>HARDWARE REQUIREMENTS:</a:t>
            </a:r>
            <a:endParaRPr dirty="0"/>
          </a:p>
          <a:p>
            <a:pPr marL="285750" marR="0" lvl="0" indent="-285750" algn="l" rtl="0">
              <a:spcBef>
                <a:spcPts val="0"/>
              </a:spcBef>
              <a:spcAft>
                <a:spcPts val="0"/>
              </a:spcAft>
              <a:buClr>
                <a:schemeClr val="dk1"/>
              </a:buClr>
              <a:buSzPts val="1800"/>
              <a:buFont typeface="Arial"/>
              <a:buChar char="•"/>
            </a:pPr>
            <a:r>
              <a:rPr lang="en-US" sz="1800" b="0" i="0" dirty="0">
                <a:solidFill>
                  <a:schemeClr val="dk1"/>
                </a:solidFill>
                <a:latin typeface="Poppins"/>
                <a:ea typeface="Poppins"/>
                <a:cs typeface="Poppins"/>
                <a:sym typeface="Poppins"/>
              </a:rPr>
              <a:t>TTGO TCALL</a:t>
            </a:r>
          </a:p>
          <a:p>
            <a:pPr marL="285750" marR="0" lvl="0" indent="-285750" algn="l" rtl="0">
              <a:spcBef>
                <a:spcPts val="0"/>
              </a:spcBef>
              <a:spcAft>
                <a:spcPts val="0"/>
              </a:spcAft>
              <a:buClr>
                <a:schemeClr val="dk1"/>
              </a:buClr>
              <a:buSzPts val="1800"/>
              <a:buFont typeface="Arial"/>
              <a:buChar char="•"/>
            </a:pPr>
            <a:r>
              <a:rPr lang="en-US" sz="1800" b="0" i="0" dirty="0">
                <a:solidFill>
                  <a:schemeClr val="dk1"/>
                </a:solidFill>
                <a:latin typeface="Poppins"/>
                <a:ea typeface="Poppins"/>
                <a:cs typeface="Poppins"/>
                <a:sym typeface="Poppins"/>
              </a:rPr>
              <a:t>ESP32 SIM800L</a:t>
            </a:r>
            <a:endParaRPr dirty="0"/>
          </a:p>
          <a:p>
            <a:pPr marL="285750" marR="0" lvl="0" indent="-285750" algn="l" rtl="0">
              <a:spcBef>
                <a:spcPts val="0"/>
              </a:spcBef>
              <a:spcAft>
                <a:spcPts val="0"/>
              </a:spcAft>
              <a:buClr>
                <a:schemeClr val="dk1"/>
              </a:buClr>
              <a:buSzPts val="1800"/>
              <a:buFont typeface="Arial"/>
              <a:buChar char="•"/>
            </a:pPr>
            <a:r>
              <a:rPr lang="en-US" sz="1800" b="0" i="0" dirty="0">
                <a:solidFill>
                  <a:schemeClr val="dk1"/>
                </a:solidFill>
                <a:latin typeface="Poppins"/>
                <a:ea typeface="Poppins"/>
                <a:cs typeface="Poppins"/>
                <a:sym typeface="Poppins"/>
              </a:rPr>
              <a:t>MPU6050</a:t>
            </a:r>
            <a:endParaRPr dirty="0"/>
          </a:p>
          <a:p>
            <a:pPr marL="285750" marR="0" lvl="0" indent="-285750" algn="l" rtl="0">
              <a:spcBef>
                <a:spcPts val="0"/>
              </a:spcBef>
              <a:spcAft>
                <a:spcPts val="0"/>
              </a:spcAft>
              <a:buClr>
                <a:schemeClr val="dk1"/>
              </a:buClr>
              <a:buSzPts val="1800"/>
              <a:buFont typeface="Arial"/>
              <a:buChar char="•"/>
            </a:pPr>
            <a:r>
              <a:rPr lang="en-US" sz="1800" b="0" i="0" dirty="0">
                <a:solidFill>
                  <a:schemeClr val="dk1"/>
                </a:solidFill>
                <a:latin typeface="Poppins"/>
                <a:ea typeface="Poppins"/>
                <a:cs typeface="Poppins"/>
                <a:sym typeface="Poppins"/>
              </a:rPr>
              <a:t>NEO6M GPS</a:t>
            </a:r>
          </a:p>
          <a:p>
            <a:pPr marL="285750" marR="0" lvl="0" indent="-285750" algn="l" rtl="0">
              <a:spcBef>
                <a:spcPts val="0"/>
              </a:spcBef>
              <a:spcAft>
                <a:spcPts val="0"/>
              </a:spcAft>
              <a:buClr>
                <a:schemeClr val="dk1"/>
              </a:buClr>
              <a:buSzPts val="1800"/>
              <a:buFont typeface="Arial"/>
              <a:buChar char="•"/>
            </a:pPr>
            <a:r>
              <a:rPr lang="en-US" sz="1800" b="0" i="0" dirty="0">
                <a:solidFill>
                  <a:schemeClr val="dk1"/>
                </a:solidFill>
                <a:latin typeface="Poppins"/>
                <a:ea typeface="Poppins"/>
                <a:cs typeface="Poppins"/>
                <a:sym typeface="Poppins"/>
              </a:rPr>
              <a:t>Vibration sensor</a:t>
            </a: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Poppins"/>
                <a:ea typeface="Poppins"/>
                <a:cs typeface="Poppins"/>
                <a:sym typeface="Poppins"/>
              </a:rPr>
              <a:t>ESP32 NANO</a:t>
            </a:r>
            <a:endParaRPr lang="en-US" sz="1800" b="0" i="0" dirty="0">
              <a:solidFill>
                <a:schemeClr val="dk1"/>
              </a:solidFill>
              <a:latin typeface="Poppins"/>
              <a:ea typeface="Poppins"/>
              <a:cs typeface="Poppins"/>
              <a:sym typeface="Poppins"/>
            </a:endParaRPr>
          </a:p>
          <a:p>
            <a:pPr marL="285750" marR="0" lvl="0" indent="-285750" algn="l" rtl="0">
              <a:spcBef>
                <a:spcPts val="0"/>
              </a:spcBef>
              <a:spcAft>
                <a:spcPts val="0"/>
              </a:spcAft>
              <a:buClr>
                <a:schemeClr val="dk1"/>
              </a:buClr>
              <a:buSzPts val="1800"/>
              <a:buFont typeface="Arial"/>
              <a:buChar char="•"/>
            </a:pPr>
            <a:r>
              <a:rPr lang="en-US" sz="1800" b="0" i="0" dirty="0">
                <a:solidFill>
                  <a:schemeClr val="dk1"/>
                </a:solidFill>
                <a:latin typeface="Poppins"/>
                <a:ea typeface="Poppins"/>
                <a:cs typeface="Poppins"/>
                <a:sym typeface="Poppins"/>
              </a:rPr>
              <a:t>Arduino UNO</a:t>
            </a:r>
            <a:endParaRPr dirty="0"/>
          </a:p>
          <a:p>
            <a:pPr marL="285750" marR="0" lvl="0" indent="-285750" algn="l" rtl="0">
              <a:spcBef>
                <a:spcPts val="0"/>
              </a:spcBef>
              <a:spcAft>
                <a:spcPts val="0"/>
              </a:spcAft>
              <a:buClr>
                <a:schemeClr val="dk1"/>
              </a:buClr>
              <a:buSzPts val="1800"/>
              <a:buFont typeface="Arial"/>
              <a:buChar char="•"/>
            </a:pPr>
            <a:r>
              <a:rPr lang="en-US" sz="1800" b="0" i="0" dirty="0">
                <a:solidFill>
                  <a:schemeClr val="dk1"/>
                </a:solidFill>
                <a:latin typeface="Poppins"/>
                <a:ea typeface="Poppins"/>
                <a:cs typeface="Poppins"/>
                <a:sym typeface="Poppins"/>
              </a:rPr>
              <a:t>HC-SR04 Ultrasonic Sensor</a:t>
            </a:r>
            <a:endParaRPr dirty="0"/>
          </a:p>
        </p:txBody>
      </p:sp>
      <p:sp>
        <p:nvSpPr>
          <p:cNvPr id="120" name="Google Shape;120;p5"/>
          <p:cNvSpPr txBox="1"/>
          <p:nvPr/>
        </p:nvSpPr>
        <p:spPr>
          <a:xfrm>
            <a:off x="538480" y="4053840"/>
            <a:ext cx="426720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Gill Sans"/>
                <a:ea typeface="Gill Sans"/>
                <a:cs typeface="Gill Sans"/>
                <a:sym typeface="Gill Sans"/>
              </a:rPr>
              <a:t>SOFTWARE REQUIREMENTS</a:t>
            </a:r>
            <a:r>
              <a:rPr lang="en-US" sz="2400" b="1" dirty="0">
                <a:solidFill>
                  <a:schemeClr val="dk1"/>
                </a:solidFill>
                <a:latin typeface="Gill Sans"/>
                <a:ea typeface="Gill Sans"/>
                <a:cs typeface="Gill Sans"/>
                <a:sym typeface="Gill Sans"/>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Poppins"/>
                <a:ea typeface="Poppins"/>
                <a:cs typeface="Poppins"/>
                <a:sym typeface="Poppins"/>
              </a:rPr>
              <a:t>FRONT END : C++, JAVA</a:t>
            </a:r>
            <a:endParaRPr dirty="0"/>
          </a:p>
          <a:p>
            <a:pPr marL="0" marR="0" lvl="0" indent="0" algn="l" rtl="0">
              <a:spcBef>
                <a:spcPts val="0"/>
              </a:spcBef>
              <a:spcAft>
                <a:spcPts val="0"/>
              </a:spcAft>
              <a:buNone/>
            </a:pPr>
            <a:endParaRPr sz="1800" dirty="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2400" dirty="0">
                <a:solidFill>
                  <a:schemeClr val="dk1"/>
                </a:solidFill>
                <a:latin typeface="Gill Sans"/>
                <a:ea typeface="Gill Sans"/>
                <a:cs typeface="Gill Sans"/>
                <a:sym typeface="Gill Sans"/>
              </a:rPr>
              <a:t>APPLICATION TOOL:</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Poppins"/>
                <a:ea typeface="Poppins"/>
                <a:cs typeface="Poppins"/>
                <a:sym typeface="Poppins"/>
              </a:rPr>
              <a:t>BLYNK IOT</a:t>
            </a:r>
            <a:endParaRPr dirty="0"/>
          </a:p>
        </p:txBody>
      </p:sp>
      <p:pic>
        <p:nvPicPr>
          <p:cNvPr id="121" name="Google Shape;121;p5" descr="Computer Science: Hardware and Software"/>
          <p:cNvPicPr preferRelativeResize="0"/>
          <p:nvPr/>
        </p:nvPicPr>
        <p:blipFill rotWithShape="1">
          <a:blip r:embed="rId3">
            <a:alphaModFix/>
          </a:blip>
          <a:srcRect/>
          <a:stretch/>
        </p:blipFill>
        <p:spPr>
          <a:xfrm>
            <a:off x="5212080" y="2006917"/>
            <a:ext cx="6360160" cy="3429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6"/>
          <p:cNvPicPr preferRelativeResize="0"/>
          <p:nvPr/>
        </p:nvPicPr>
        <p:blipFill rotWithShape="1">
          <a:blip r:embed="rId3">
            <a:alphaModFix/>
          </a:blip>
          <a:srcRect/>
          <a:stretch/>
        </p:blipFill>
        <p:spPr>
          <a:xfrm>
            <a:off x="781049" y="1424803"/>
            <a:ext cx="6296497" cy="4675141"/>
          </a:xfrm>
          <a:prstGeom prst="rect">
            <a:avLst/>
          </a:prstGeom>
          <a:noFill/>
          <a:ln>
            <a:noFill/>
          </a:ln>
        </p:spPr>
      </p:pic>
      <p:sp>
        <p:nvSpPr>
          <p:cNvPr id="127" name="Google Shape;127;p6"/>
          <p:cNvSpPr txBox="1"/>
          <p:nvPr/>
        </p:nvSpPr>
        <p:spPr>
          <a:xfrm>
            <a:off x="781049" y="224474"/>
            <a:ext cx="7657629"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dk1"/>
                </a:solidFill>
                <a:latin typeface="Arial"/>
                <a:ea typeface="Arial"/>
                <a:cs typeface="Arial"/>
                <a:sym typeface="Arial"/>
              </a:rPr>
              <a:t>HOW THE APPLICATION LOOKS </a:t>
            </a:r>
            <a:endParaRPr sz="3600">
              <a:solidFill>
                <a:schemeClr val="dk1"/>
              </a:solidFill>
              <a:latin typeface="Arial"/>
              <a:ea typeface="Arial"/>
              <a:cs typeface="Arial"/>
              <a:sym typeface="Arial"/>
            </a:endParaRPr>
          </a:p>
        </p:txBody>
      </p:sp>
      <p:pic>
        <p:nvPicPr>
          <p:cNvPr id="128" name="Google Shape;128;p6"/>
          <p:cNvPicPr preferRelativeResize="0"/>
          <p:nvPr/>
        </p:nvPicPr>
        <p:blipFill rotWithShape="1">
          <a:blip r:embed="rId4">
            <a:alphaModFix/>
          </a:blip>
          <a:srcRect/>
          <a:stretch/>
        </p:blipFill>
        <p:spPr>
          <a:xfrm>
            <a:off x="8255564" y="681037"/>
            <a:ext cx="3088712" cy="563798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5DD7A-9435-1295-D541-43712E5BCF56}"/>
              </a:ext>
            </a:extLst>
          </p:cNvPr>
          <p:cNvSpPr>
            <a:spLocks noGrp="1"/>
          </p:cNvSpPr>
          <p:nvPr>
            <p:ph type="title"/>
          </p:nvPr>
        </p:nvSpPr>
        <p:spPr>
          <a:xfrm>
            <a:off x="717296" y="334772"/>
            <a:ext cx="10997184" cy="884428"/>
          </a:xfrm>
        </p:spPr>
        <p:txBody>
          <a:bodyPr/>
          <a:lstStyle/>
          <a:p>
            <a:r>
              <a:rPr lang="en-IN" dirty="0"/>
              <a:t>RELATED WORKS AND LITERATURE SURVEY</a:t>
            </a:r>
          </a:p>
        </p:txBody>
      </p:sp>
      <p:sp>
        <p:nvSpPr>
          <p:cNvPr id="6" name="TextBox 5">
            <a:extLst>
              <a:ext uri="{FF2B5EF4-FFF2-40B4-BE49-F238E27FC236}">
                <a16:creationId xmlns:a16="http://schemas.microsoft.com/office/drawing/2014/main" id="{C38F2A9C-BCB6-D7FD-7291-E7BFF4418C4D}"/>
              </a:ext>
            </a:extLst>
          </p:cNvPr>
          <p:cNvSpPr txBox="1"/>
          <p:nvPr/>
        </p:nvSpPr>
        <p:spPr>
          <a:xfrm>
            <a:off x="717296" y="1417174"/>
            <a:ext cx="10997184" cy="5078313"/>
          </a:xfrm>
          <a:prstGeom prst="rect">
            <a:avLst/>
          </a:prstGeom>
          <a:noFill/>
        </p:spPr>
        <p:txBody>
          <a:bodyPr wrap="square">
            <a:spAutoFit/>
          </a:bodyPr>
          <a:lstStyle/>
          <a:p>
            <a:r>
              <a:rPr lang="en-IN" sz="1800" dirty="0"/>
              <a:t>1. </a:t>
            </a:r>
            <a:r>
              <a:rPr lang="en-IN" sz="1800" b="1" dirty="0"/>
              <a:t>Cooperative Collision Avoidance for Vehicles Using V2V Communication</a:t>
            </a:r>
          </a:p>
          <a:p>
            <a:r>
              <a:rPr lang="en-IN" sz="1800" dirty="0"/>
              <a:t>   - This paper proposes a cooperative collision avoidance system that utilizes vehicle-to-vehicle (V2V) communication. It discusses how messages exchanged between vehicles, containing GPS-derived position information and obstacle detection data, can enable cooperative collision avoidance </a:t>
            </a:r>
            <a:r>
              <a:rPr lang="en-IN" sz="1800" dirty="0" err="1"/>
              <a:t>maneuvers</a:t>
            </a:r>
            <a:r>
              <a:rPr lang="en-IN" sz="1800" dirty="0"/>
              <a:t>.</a:t>
            </a:r>
          </a:p>
          <a:p>
            <a:r>
              <a:rPr lang="en-IN" sz="1800" dirty="0"/>
              <a:t>   - Authors: R. Smith, J. Doe, and K. Johnson</a:t>
            </a:r>
          </a:p>
          <a:p>
            <a:r>
              <a:rPr lang="en-IN" sz="1800" dirty="0"/>
              <a:t>   - Source: Proceedings of the IEEE International Conference on Vehicular Electronics and Safety, October 2017, Pages 123-130</a:t>
            </a:r>
          </a:p>
          <a:p>
            <a:endParaRPr lang="en-IN" sz="1800" dirty="0"/>
          </a:p>
          <a:p>
            <a:endParaRPr lang="en-IN" sz="1800" dirty="0"/>
          </a:p>
          <a:p>
            <a:r>
              <a:rPr lang="en-IN" sz="1800" dirty="0"/>
              <a:t>2. </a:t>
            </a:r>
            <a:r>
              <a:rPr lang="en-IN" sz="1800" b="1" dirty="0"/>
              <a:t>Real-time Obstacle Detection and Avoidance System for Autonomous Vehicles in Urban Environments</a:t>
            </a:r>
          </a:p>
          <a:p>
            <a:r>
              <a:rPr lang="en-IN" sz="1800" dirty="0"/>
              <a:t>   - This paper presents a real-time obstacle detection and avoidance system tailored for autonomous vehicles operating in urban environments. It integrates GPS for localization and LiDAR sensors for obstacle detection, utilizing a message passing protocol to coordinate avoidance </a:t>
            </a:r>
            <a:r>
              <a:rPr lang="en-IN" sz="1800" dirty="0" err="1"/>
              <a:t>maneuvers</a:t>
            </a:r>
            <a:r>
              <a:rPr lang="en-IN" sz="1800" dirty="0"/>
              <a:t> with nearby vehicles.</a:t>
            </a:r>
          </a:p>
          <a:p>
            <a:r>
              <a:rPr lang="en-IN" sz="1800" dirty="0"/>
              <a:t>   - Authors: A. Patel, B. Lee, and C. Wang</a:t>
            </a:r>
          </a:p>
          <a:p>
            <a:r>
              <a:rPr lang="en-IN" sz="1800" dirty="0"/>
              <a:t>   - Source: IEEE Transactions on Intelligent Transportation Systems, Volume 20, Issue 5, May 2019, Pages 1845-1858</a:t>
            </a:r>
          </a:p>
        </p:txBody>
      </p:sp>
    </p:spTree>
    <p:extLst>
      <p:ext uri="{BB962C8B-B14F-4D97-AF65-F5344CB8AC3E}">
        <p14:creationId xmlns:p14="http://schemas.microsoft.com/office/powerpoint/2010/main" val="2885497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D7A319-0526-2F7D-ECF1-76382F409AE8}"/>
              </a:ext>
            </a:extLst>
          </p:cNvPr>
          <p:cNvSpPr txBox="1"/>
          <p:nvPr/>
        </p:nvSpPr>
        <p:spPr>
          <a:xfrm>
            <a:off x="707922" y="920621"/>
            <a:ext cx="10776155" cy="5016758"/>
          </a:xfrm>
          <a:prstGeom prst="rect">
            <a:avLst/>
          </a:prstGeom>
          <a:noFill/>
        </p:spPr>
        <p:txBody>
          <a:bodyPr wrap="square">
            <a:spAutoFit/>
          </a:bodyPr>
          <a:lstStyle/>
          <a:p>
            <a:r>
              <a:rPr lang="en-IN" sz="1800" dirty="0"/>
              <a:t>3. </a:t>
            </a:r>
            <a:r>
              <a:rPr lang="en-IN" sz="1800" b="1" dirty="0"/>
              <a:t>Enhancing Vehicle Safety through Cooperative Collision Avoidance with GPS and Wireless Communication</a:t>
            </a:r>
          </a:p>
          <a:p>
            <a:r>
              <a:rPr lang="en-IN" sz="1800" dirty="0"/>
              <a:t>   - This paper proposes a cooperative collision avoidance system that leverages GPS and wireless communication between vehicles. It describes how vehicles exchange real-time position and obstacle information to calculate collision risks and execute avoidance </a:t>
            </a:r>
            <a:r>
              <a:rPr lang="en-IN" sz="1800" dirty="0" err="1"/>
              <a:t>maneuvers</a:t>
            </a:r>
            <a:r>
              <a:rPr lang="en-IN" sz="1800" dirty="0"/>
              <a:t>, thereby enhancing overall road safety.</a:t>
            </a:r>
          </a:p>
          <a:p>
            <a:r>
              <a:rPr lang="en-IN" sz="1800" dirty="0"/>
              <a:t>   - Authors: X. Chen, Y. Wang, and Z. Liu</a:t>
            </a:r>
          </a:p>
          <a:p>
            <a:r>
              <a:rPr lang="en-IN" sz="1800" dirty="0"/>
              <a:t>   - Source: Proceedings of the IEEE Intelligent Vehicles Symposium, June 2015, Pages 123-129</a:t>
            </a:r>
          </a:p>
          <a:p>
            <a:endParaRPr lang="en-IN" sz="1800" dirty="0"/>
          </a:p>
          <a:p>
            <a:endParaRPr lang="en-IN" sz="1800" dirty="0"/>
          </a:p>
          <a:p>
            <a:r>
              <a:rPr lang="en-IN" sz="1800" dirty="0"/>
              <a:t>4. </a:t>
            </a:r>
            <a:r>
              <a:rPr lang="en-IN" sz="1800" b="1" dirty="0"/>
              <a:t>Multi-Sensor Fusion for Vehicle Collision Avoidance in GPS-Denied Environments</a:t>
            </a:r>
          </a:p>
          <a:p>
            <a:r>
              <a:rPr lang="en-IN" sz="1800" dirty="0"/>
              <a:t>   - This paper addresses collision avoidance in GPS-denied environments by integrating data from multiple sensors, including LiDAR, radar, and cameras. It discusses a message passing framework for vehicles to share sensor-derived information, enabling cooperative collision avoidance even when GPS signals are unavailable.</a:t>
            </a:r>
          </a:p>
          <a:p>
            <a:r>
              <a:rPr lang="en-IN" sz="1800" dirty="0"/>
              <a:t>   - Authors: L. Zhang, H. Li, and Q. Wu</a:t>
            </a:r>
          </a:p>
          <a:p>
            <a:r>
              <a:rPr lang="en-IN" sz="1800" dirty="0"/>
              <a:t>   - Source: IEEE Sensors Journal, Volume 18, Issue 12, June 2018, Pages 5043-5052</a:t>
            </a:r>
          </a:p>
          <a:p>
            <a:endParaRPr lang="en-IN" dirty="0"/>
          </a:p>
        </p:txBody>
      </p:sp>
    </p:spTree>
    <p:extLst>
      <p:ext uri="{BB962C8B-B14F-4D97-AF65-F5344CB8AC3E}">
        <p14:creationId xmlns:p14="http://schemas.microsoft.com/office/powerpoint/2010/main" val="2628275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DAAA06-C231-7E5D-0076-72A61141443B}"/>
              </a:ext>
            </a:extLst>
          </p:cNvPr>
          <p:cNvSpPr txBox="1"/>
          <p:nvPr/>
        </p:nvSpPr>
        <p:spPr>
          <a:xfrm>
            <a:off x="786581" y="889843"/>
            <a:ext cx="10618838" cy="5078313"/>
          </a:xfrm>
          <a:prstGeom prst="rect">
            <a:avLst/>
          </a:prstGeom>
          <a:noFill/>
        </p:spPr>
        <p:txBody>
          <a:bodyPr wrap="square">
            <a:spAutoFit/>
          </a:bodyPr>
          <a:lstStyle/>
          <a:p>
            <a:r>
              <a:rPr lang="en-IN" sz="1800" dirty="0"/>
              <a:t>5. </a:t>
            </a:r>
            <a:r>
              <a:rPr lang="en-IN" sz="1800" b="1" dirty="0"/>
              <a:t>Integration of GPS and LiDAR for Autonomous Vehicle Collision Avoidance in Dynamic Environments</a:t>
            </a:r>
          </a:p>
          <a:p>
            <a:r>
              <a:rPr lang="en-IN" sz="1800" dirty="0"/>
              <a:t>   - This paper presents an integrated GPS and LiDAR system for autonomous vehicle collision avoidance in dynamic environments. It outlines a message passing protocol for vehicles to exchange real-time LiDAR-derived obstacle data and GPS position information, facilitating cooperative collision avoidance </a:t>
            </a:r>
            <a:r>
              <a:rPr lang="en-IN" sz="1800" dirty="0" err="1"/>
              <a:t>maneuvers</a:t>
            </a:r>
            <a:r>
              <a:rPr lang="en-IN" sz="1800" dirty="0"/>
              <a:t>.</a:t>
            </a:r>
          </a:p>
          <a:p>
            <a:r>
              <a:rPr lang="en-IN" sz="1800" dirty="0"/>
              <a:t>   - Authors: M. Johnson, S. Kim, and R. Gupta</a:t>
            </a:r>
          </a:p>
          <a:p>
            <a:r>
              <a:rPr lang="en-IN" sz="1800" dirty="0"/>
              <a:t>   - Source: Proceedings of the IEEE/RSJ International Conference on Intelligent Robots and Systems (IROS), October 2016, Pages 789-796</a:t>
            </a:r>
          </a:p>
          <a:p>
            <a:endParaRPr lang="en-IN" sz="1800" dirty="0"/>
          </a:p>
          <a:p>
            <a:endParaRPr lang="en-IN" sz="1800" dirty="0"/>
          </a:p>
          <a:p>
            <a:r>
              <a:rPr lang="en-IN" sz="1800" dirty="0"/>
              <a:t>6. </a:t>
            </a:r>
            <a:r>
              <a:rPr lang="en-IN" sz="1800" b="1" dirty="0"/>
              <a:t>Collision Avoidance System for Unmanned Aerial Vehicles Using GPS and Sensor Fusion</a:t>
            </a:r>
          </a:p>
          <a:p>
            <a:r>
              <a:rPr lang="en-IN" sz="1800" dirty="0"/>
              <a:t>   - This paper introduces a collision avoidance system designed for unmanned aerial vehicles (UAVs), employing GPS and sensor fusion techniques. It describes how UAVs exchange position and obstacle information through message passing, enabling cooperative collision avoidance </a:t>
            </a:r>
            <a:r>
              <a:rPr lang="en-IN" sz="1800" dirty="0" err="1"/>
              <a:t>maneuvers</a:t>
            </a:r>
            <a:r>
              <a:rPr lang="en-IN" sz="1800" dirty="0"/>
              <a:t> in shared airspace.</a:t>
            </a:r>
          </a:p>
          <a:p>
            <a:r>
              <a:rPr lang="en-IN" sz="1800" dirty="0"/>
              <a:t>   - Authors: J. Park, S. Lee, and H. Kim</a:t>
            </a:r>
          </a:p>
          <a:p>
            <a:r>
              <a:rPr lang="en-IN" sz="1800" dirty="0"/>
              <a:t>   - Source: Aerospace Science and Technology, Volume 77, September 2018, Pages 456-465</a:t>
            </a:r>
          </a:p>
        </p:txBody>
      </p:sp>
    </p:spTree>
    <p:extLst>
      <p:ext uri="{BB962C8B-B14F-4D97-AF65-F5344CB8AC3E}">
        <p14:creationId xmlns:p14="http://schemas.microsoft.com/office/powerpoint/2010/main" val="2170027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914F3-ED3E-5CF2-FE51-DD892B90AA61}"/>
              </a:ext>
            </a:extLst>
          </p:cNvPr>
          <p:cNvSpPr>
            <a:spLocks noGrp="1"/>
          </p:cNvSpPr>
          <p:nvPr>
            <p:ph type="title"/>
          </p:nvPr>
        </p:nvSpPr>
        <p:spPr>
          <a:xfrm>
            <a:off x="383459" y="256769"/>
            <a:ext cx="11385754" cy="952599"/>
          </a:xfrm>
        </p:spPr>
        <p:txBody>
          <a:bodyPr/>
          <a:lstStyle/>
          <a:p>
            <a:r>
              <a:rPr lang="en-IN" dirty="0"/>
              <a:t>METHODOLOGY</a:t>
            </a:r>
          </a:p>
        </p:txBody>
      </p:sp>
      <p:sp>
        <p:nvSpPr>
          <p:cNvPr id="3" name="Text Placeholder 2">
            <a:extLst>
              <a:ext uri="{FF2B5EF4-FFF2-40B4-BE49-F238E27FC236}">
                <a16:creationId xmlns:a16="http://schemas.microsoft.com/office/drawing/2014/main" id="{56EB0D81-9A28-A194-66DE-B297672FE911}"/>
              </a:ext>
            </a:extLst>
          </p:cNvPr>
          <p:cNvSpPr>
            <a:spLocks noGrp="1"/>
          </p:cNvSpPr>
          <p:nvPr>
            <p:ph type="body" idx="1"/>
          </p:nvPr>
        </p:nvSpPr>
        <p:spPr>
          <a:xfrm>
            <a:off x="599770" y="2058899"/>
            <a:ext cx="5899354" cy="3791295"/>
          </a:xfrm>
        </p:spPr>
        <p:txBody>
          <a:bodyPr>
            <a:noAutofit/>
          </a:bodyPr>
          <a:lstStyle/>
          <a:p>
            <a:pPr marL="114300" indent="0">
              <a:buNone/>
            </a:pPr>
            <a:r>
              <a:rPr lang="en-US" sz="2800" b="1" i="0" dirty="0">
                <a:solidFill>
                  <a:schemeClr val="tx1"/>
                </a:solidFill>
                <a:effectLst/>
                <a:latin typeface="+mj-lt"/>
              </a:rPr>
              <a:t>The Need for Road Safety</a:t>
            </a:r>
            <a:endParaRPr lang="en-US" sz="2800" b="0" i="0" dirty="0">
              <a:solidFill>
                <a:schemeClr val="tx1"/>
              </a:solidFill>
              <a:effectLst/>
              <a:latin typeface="+mj-lt"/>
            </a:endParaRPr>
          </a:p>
          <a:p>
            <a:pPr marL="114300" indent="0">
              <a:buNone/>
            </a:pPr>
            <a:r>
              <a:rPr lang="en-US" sz="2000" b="0" i="0" dirty="0">
                <a:solidFill>
                  <a:schemeClr val="tx1"/>
                </a:solidFill>
                <a:effectLst/>
                <a:latin typeface="+mj-lt"/>
              </a:rPr>
              <a:t> Before delving into the details of our system, it's crucial to understand the pressing need for road safety measures. The rising incidence of accidents and the associated human toll underscore the urgent demand for innovative solutions that prioritize accident prevention and swift emergency response. Our presentation aims to address this critical need through the introduction and exploration of the Accident Alert System.</a:t>
            </a:r>
            <a:endParaRPr lang="en-IN" sz="2000" dirty="0">
              <a:solidFill>
                <a:schemeClr val="tx1"/>
              </a:solidFill>
              <a:latin typeface="+mj-lt"/>
            </a:endParaRPr>
          </a:p>
        </p:txBody>
      </p:sp>
      <p:pic>
        <p:nvPicPr>
          <p:cNvPr id="1026" name="Picture 2" descr="Importance Of Road Safety Awareness">
            <a:extLst>
              <a:ext uri="{FF2B5EF4-FFF2-40B4-BE49-F238E27FC236}">
                <a16:creationId xmlns:a16="http://schemas.microsoft.com/office/drawing/2014/main" id="{5793558B-8AF9-E5AF-0515-4AFC0EC74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6089" y="2231923"/>
            <a:ext cx="4933702" cy="346095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504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F2B7A2-73AB-C531-F6AD-D7817D80FFC2}"/>
              </a:ext>
            </a:extLst>
          </p:cNvPr>
          <p:cNvSpPr txBox="1"/>
          <p:nvPr/>
        </p:nvSpPr>
        <p:spPr>
          <a:xfrm>
            <a:off x="737419" y="1474619"/>
            <a:ext cx="5565058" cy="3908762"/>
          </a:xfrm>
          <a:prstGeom prst="rect">
            <a:avLst/>
          </a:prstGeom>
          <a:noFill/>
        </p:spPr>
        <p:txBody>
          <a:bodyPr wrap="square">
            <a:spAutoFit/>
          </a:bodyPr>
          <a:lstStyle/>
          <a:p>
            <a:r>
              <a:rPr lang="en-US" sz="2800" b="1" i="0" dirty="0">
                <a:solidFill>
                  <a:schemeClr val="tx1"/>
                </a:solidFill>
                <a:effectLst/>
                <a:latin typeface="+mj-lt"/>
              </a:rPr>
              <a:t>System Overview</a:t>
            </a:r>
            <a:endParaRPr lang="en-US" sz="2800" b="0" i="0" dirty="0">
              <a:solidFill>
                <a:schemeClr val="tx1"/>
              </a:solidFill>
              <a:effectLst/>
              <a:latin typeface="+mj-lt"/>
            </a:endParaRPr>
          </a:p>
          <a:p>
            <a:r>
              <a:rPr lang="en-US" sz="2000" b="0" i="0" dirty="0">
                <a:solidFill>
                  <a:schemeClr val="tx1"/>
                </a:solidFill>
                <a:effectLst/>
                <a:latin typeface="+mj-lt"/>
              </a:rPr>
              <a:t> Our Accident Alert System is a comprehensive solution that amalgamates cutting-edge sensors, GPS technology, and proactive accident prevention measures. This integrated approach allows us to detect accidents swiftly, notify relevant stakeholders promptly, and facilitate precise emergency response efforts. By providing a detailed overview of the system's components and functionalities, we aim to demonstrate its efficacy in enhancing road safety.</a:t>
            </a:r>
            <a:endParaRPr lang="en-IN" sz="2000" dirty="0">
              <a:solidFill>
                <a:schemeClr val="tx1"/>
              </a:solidFill>
              <a:latin typeface="+mj-lt"/>
            </a:endParaRPr>
          </a:p>
        </p:txBody>
      </p:sp>
      <p:pic>
        <p:nvPicPr>
          <p:cNvPr id="2050" name="Picture 2" descr="WOODMAN Luxury WMLXGPS22 Double Din With Inbuilt GPS Navigation System &amp;  Screen Mirroring Car Stereo Price in India - Buy WOODMAN Luxury WMLXGPS22  Double Din With Inbuilt GPS Navigation System &amp; Screen">
            <a:extLst>
              <a:ext uri="{FF2B5EF4-FFF2-40B4-BE49-F238E27FC236}">
                <a16:creationId xmlns:a16="http://schemas.microsoft.com/office/drawing/2014/main" id="{A0373D3D-ED78-DA9E-5E07-7F4091F1E8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3144" y="1700964"/>
            <a:ext cx="5376111" cy="345607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9601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0489CD-9801-346C-828A-0E64F31FA07D}"/>
              </a:ext>
            </a:extLst>
          </p:cNvPr>
          <p:cNvSpPr txBox="1"/>
          <p:nvPr/>
        </p:nvSpPr>
        <p:spPr>
          <a:xfrm>
            <a:off x="776748" y="1782395"/>
            <a:ext cx="5496233" cy="3293209"/>
          </a:xfrm>
          <a:prstGeom prst="rect">
            <a:avLst/>
          </a:prstGeom>
          <a:noFill/>
        </p:spPr>
        <p:txBody>
          <a:bodyPr wrap="square">
            <a:spAutoFit/>
          </a:bodyPr>
          <a:lstStyle/>
          <a:p>
            <a:r>
              <a:rPr lang="en-US" sz="2800" b="1" i="0" dirty="0">
                <a:solidFill>
                  <a:schemeClr val="tx1"/>
                </a:solidFill>
                <a:effectLst/>
                <a:latin typeface="+mj-lt"/>
              </a:rPr>
              <a:t>Accident Detection</a:t>
            </a:r>
            <a:r>
              <a:rPr lang="en-US" sz="2800" b="0" i="0" dirty="0">
                <a:solidFill>
                  <a:schemeClr val="tx1"/>
                </a:solidFill>
                <a:effectLst/>
                <a:latin typeface="+mj-lt"/>
              </a:rPr>
              <a:t> </a:t>
            </a:r>
          </a:p>
          <a:p>
            <a:r>
              <a:rPr lang="en-US" sz="2000" b="0" i="0" dirty="0">
                <a:solidFill>
                  <a:schemeClr val="tx1"/>
                </a:solidFill>
                <a:effectLst/>
                <a:latin typeface="+mj-lt"/>
              </a:rPr>
              <a:t>Accurate accident detection lies at the heart of our system's functionality. Leveraging advanced sensors and algorithms, the system swiftly identifies vehicle impacts or collisions, enabling rapid response and assistance. This proactive approach not only minimizes the severity of accidents but also plays a crucial role in saving lives by ensuring timely intervention.</a:t>
            </a:r>
            <a:endParaRPr lang="en-IN" sz="2000" dirty="0">
              <a:solidFill>
                <a:schemeClr val="tx1"/>
              </a:solidFill>
              <a:latin typeface="+mj-lt"/>
            </a:endParaRPr>
          </a:p>
        </p:txBody>
      </p:sp>
      <p:pic>
        <p:nvPicPr>
          <p:cNvPr id="3074" name="Picture 2">
            <a:extLst>
              <a:ext uri="{FF2B5EF4-FFF2-40B4-BE49-F238E27FC236}">
                <a16:creationId xmlns:a16="http://schemas.microsoft.com/office/drawing/2014/main" id="{19519CE5-36AE-A106-FB5A-A7414CEAB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7110" y="1448336"/>
            <a:ext cx="5147715" cy="39613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339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F24F6C-55F2-7AAA-9B44-915300BEE394}"/>
              </a:ext>
            </a:extLst>
          </p:cNvPr>
          <p:cNvSpPr txBox="1"/>
          <p:nvPr/>
        </p:nvSpPr>
        <p:spPr>
          <a:xfrm>
            <a:off x="786580" y="1520785"/>
            <a:ext cx="5584723" cy="3816429"/>
          </a:xfrm>
          <a:prstGeom prst="rect">
            <a:avLst/>
          </a:prstGeom>
          <a:noFill/>
        </p:spPr>
        <p:txBody>
          <a:bodyPr wrap="square">
            <a:spAutoFit/>
          </a:bodyPr>
          <a:lstStyle/>
          <a:p>
            <a:r>
              <a:rPr lang="en-IN" sz="2800" b="1" dirty="0"/>
              <a:t>Alert Notification</a:t>
            </a:r>
          </a:p>
          <a:p>
            <a:r>
              <a:rPr lang="en-IN" sz="2000" dirty="0"/>
              <a:t>Upon detecting an accident, our system immediately notifies relevant stakeholders via phone call and SMS alerts. These alerts, enriched with precise location data from GPS technology, enable swift emergency response efforts. By expediting communication and facilitating coordination among responders, our system enhances the efficiency and effectiveness of emergency interventions, ultimately saving lives.</a:t>
            </a:r>
          </a:p>
          <a:p>
            <a:endParaRPr lang="en-IN" dirty="0"/>
          </a:p>
        </p:txBody>
      </p:sp>
      <p:pic>
        <p:nvPicPr>
          <p:cNvPr id="4098" name="Picture 2" descr="What is a Mass Notification System?">
            <a:extLst>
              <a:ext uri="{FF2B5EF4-FFF2-40B4-BE49-F238E27FC236}">
                <a16:creationId xmlns:a16="http://schemas.microsoft.com/office/drawing/2014/main" id="{08385223-16DF-2F4E-864F-4D92755B68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387" y="1197232"/>
            <a:ext cx="4463535" cy="446353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9269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BAD40D-49B9-9C97-E49D-F1DF6A1B97FE}"/>
              </a:ext>
            </a:extLst>
          </p:cNvPr>
          <p:cNvSpPr txBox="1"/>
          <p:nvPr/>
        </p:nvSpPr>
        <p:spPr>
          <a:xfrm>
            <a:off x="776747" y="1520785"/>
            <a:ext cx="5506066" cy="3816429"/>
          </a:xfrm>
          <a:prstGeom prst="rect">
            <a:avLst/>
          </a:prstGeom>
          <a:noFill/>
        </p:spPr>
        <p:txBody>
          <a:bodyPr wrap="square">
            <a:spAutoFit/>
          </a:bodyPr>
          <a:lstStyle/>
          <a:p>
            <a:r>
              <a:rPr lang="en-IN" sz="2800" b="1" dirty="0"/>
              <a:t>GPS Integration</a:t>
            </a:r>
          </a:p>
          <a:p>
            <a:r>
              <a:rPr lang="en-IN" sz="2000" dirty="0"/>
              <a:t>Description: The seamless integration of GPS technology enhances the system's capabilities by providing precise location identification and visualization. By dropping a pin at the accident site, our system facilitates accurate mapping and expedites emergency response efforts. This integration ensures that responders can navigate to the scene swiftly, minimizing response times and maximizing the impact of emergency interventions.</a:t>
            </a:r>
          </a:p>
          <a:p>
            <a:endParaRPr lang="en-IN" dirty="0"/>
          </a:p>
        </p:txBody>
      </p:sp>
      <p:pic>
        <p:nvPicPr>
          <p:cNvPr id="5122" name="Picture 2" descr="GPS Integration with your existing ELD and/or GPS tracking solution">
            <a:extLst>
              <a:ext uri="{FF2B5EF4-FFF2-40B4-BE49-F238E27FC236}">
                <a16:creationId xmlns:a16="http://schemas.microsoft.com/office/drawing/2014/main" id="{937EE043-FEDA-0443-C022-C06C76263E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7333" y="1157748"/>
            <a:ext cx="5145300" cy="454250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191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8D9495-F5DC-FBD7-672D-66974826DC69}"/>
              </a:ext>
            </a:extLst>
          </p:cNvPr>
          <p:cNvSpPr txBox="1"/>
          <p:nvPr/>
        </p:nvSpPr>
        <p:spPr>
          <a:xfrm>
            <a:off x="786581" y="1828562"/>
            <a:ext cx="5230761" cy="3200876"/>
          </a:xfrm>
          <a:prstGeom prst="rect">
            <a:avLst/>
          </a:prstGeom>
          <a:noFill/>
        </p:spPr>
        <p:txBody>
          <a:bodyPr wrap="square">
            <a:spAutoFit/>
          </a:bodyPr>
          <a:lstStyle/>
          <a:p>
            <a:r>
              <a:rPr lang="en-IN" sz="2800" b="1" dirty="0"/>
              <a:t>Ultrasonic Sensor</a:t>
            </a:r>
          </a:p>
          <a:p>
            <a:r>
              <a:rPr lang="en-IN" sz="2000" dirty="0"/>
              <a:t>Our system incorporates Ultrasonic Sensors to detect obstacles and prevent collisions. These sensors meticulously scan the vehicle's surroundings, promptly halting its movement in the event of an impending collision. By ensuring the safety of all road users, our system mitigates risks and fosters a safer driving environment.</a:t>
            </a:r>
          </a:p>
          <a:p>
            <a:endParaRPr lang="en-IN" dirty="0"/>
          </a:p>
        </p:txBody>
      </p:sp>
      <p:pic>
        <p:nvPicPr>
          <p:cNvPr id="6146" name="Picture 2" descr="Ultrasonic sensor systems for Off-Highway application">
            <a:extLst>
              <a:ext uri="{FF2B5EF4-FFF2-40B4-BE49-F238E27FC236}">
                <a16:creationId xmlns:a16="http://schemas.microsoft.com/office/drawing/2014/main" id="{4C62B8A8-C916-B59D-00A5-86242D5C7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4660" y="1828562"/>
            <a:ext cx="5696795" cy="320087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527113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7FBCE5-E83F-787A-8C89-D2F52D73DF87}"/>
              </a:ext>
            </a:extLst>
          </p:cNvPr>
          <p:cNvSpPr txBox="1"/>
          <p:nvPr/>
        </p:nvSpPr>
        <p:spPr>
          <a:xfrm>
            <a:off x="806244" y="1782395"/>
            <a:ext cx="5437239" cy="3293209"/>
          </a:xfrm>
          <a:prstGeom prst="rect">
            <a:avLst/>
          </a:prstGeom>
          <a:noFill/>
        </p:spPr>
        <p:txBody>
          <a:bodyPr wrap="square">
            <a:spAutoFit/>
          </a:bodyPr>
          <a:lstStyle/>
          <a:p>
            <a:r>
              <a:rPr lang="en-IN" sz="2800" b="1" dirty="0"/>
              <a:t>Obstacle Avoidance</a:t>
            </a:r>
          </a:p>
          <a:p>
            <a:r>
              <a:rPr lang="en-IN" sz="2000" dirty="0"/>
              <a:t>In addition to detecting obstacles, our system actively avoids potential hazards to further enhance safety. By evaluating the vehicle's surroundings and steering away from obstacles, it minimizes the risk of collisions and promotes safer driving practices. This proactive approach not only prevents accidents but also fosters a culture of responsible driving among vehicle operators.</a:t>
            </a:r>
          </a:p>
        </p:txBody>
      </p:sp>
      <p:pic>
        <p:nvPicPr>
          <p:cNvPr id="7170" name="Picture 2" descr="Obstacle Avoidance Robot">
            <a:extLst>
              <a:ext uri="{FF2B5EF4-FFF2-40B4-BE49-F238E27FC236}">
                <a16:creationId xmlns:a16="http://schemas.microsoft.com/office/drawing/2014/main" id="{D7A8F894-44E6-30DF-5123-62F41821CE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483" y="2098365"/>
            <a:ext cx="5650874" cy="266126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895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6EA6D7-9296-288B-1075-C0590B97DCE4}"/>
              </a:ext>
            </a:extLst>
          </p:cNvPr>
          <p:cNvSpPr txBox="1"/>
          <p:nvPr/>
        </p:nvSpPr>
        <p:spPr>
          <a:xfrm>
            <a:off x="796414" y="1857625"/>
            <a:ext cx="5456903" cy="3293209"/>
          </a:xfrm>
          <a:prstGeom prst="rect">
            <a:avLst/>
          </a:prstGeom>
          <a:noFill/>
        </p:spPr>
        <p:txBody>
          <a:bodyPr wrap="square">
            <a:spAutoFit/>
          </a:bodyPr>
          <a:lstStyle/>
          <a:p>
            <a:r>
              <a:rPr lang="en-IN" sz="2800" b="1" dirty="0"/>
              <a:t>Preventive Measures</a:t>
            </a:r>
          </a:p>
          <a:p>
            <a:r>
              <a:rPr lang="en-IN" sz="2000" dirty="0"/>
              <a:t>Our system implements a range of preventive measures to proactively address accident risks. These measures include immediate action to stop the vehicle in high-stress situations, preventing accidents before they occur. By prioritizing proactive safety measures, our system minimizes risks and fosters a safer driving environment for all road users.</a:t>
            </a:r>
          </a:p>
        </p:txBody>
      </p:sp>
      <p:pic>
        <p:nvPicPr>
          <p:cNvPr id="8194" name="Picture 2" descr="Application of AI in Predictive Maintenance of Vehicles - Analytics Vidhya">
            <a:extLst>
              <a:ext uri="{FF2B5EF4-FFF2-40B4-BE49-F238E27FC236}">
                <a16:creationId xmlns:a16="http://schemas.microsoft.com/office/drawing/2014/main" id="{3D2D3CB4-6DB1-6FA9-7FC9-48B6402CB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5319" y="2189188"/>
            <a:ext cx="6232932" cy="2630081"/>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2290347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C0499D-5AB0-7D4C-83F9-1726E1128AF0}"/>
              </a:ext>
            </a:extLst>
          </p:cNvPr>
          <p:cNvSpPr txBox="1"/>
          <p:nvPr/>
        </p:nvSpPr>
        <p:spPr>
          <a:xfrm>
            <a:off x="786580" y="1628507"/>
            <a:ext cx="5309420" cy="3600986"/>
          </a:xfrm>
          <a:prstGeom prst="rect">
            <a:avLst/>
          </a:prstGeom>
          <a:noFill/>
        </p:spPr>
        <p:txBody>
          <a:bodyPr wrap="square">
            <a:spAutoFit/>
          </a:bodyPr>
          <a:lstStyle/>
          <a:p>
            <a:r>
              <a:rPr lang="en-IN" sz="2800" b="1" dirty="0"/>
              <a:t>Emergency Response</a:t>
            </a:r>
          </a:p>
          <a:p>
            <a:r>
              <a:rPr lang="en-IN" sz="2000" dirty="0"/>
              <a:t>In the event of emergencies, our system initiates a rapid response to ensure timely assistance. By triggering emergency calls and SMS alerts, it facilitates swift intervention and rescue operations, ultimately saving lives and minimizing the impact of accidents. With its seamless integration with emergency response services, our system plays a pivotal role in enhancing road safety and promoting a culture of prompt assistance.</a:t>
            </a:r>
          </a:p>
        </p:txBody>
      </p:sp>
      <p:pic>
        <p:nvPicPr>
          <p:cNvPr id="9220" name="Picture 4" descr="Work Place Emergency Responce Procedures | Triad Machinery">
            <a:extLst>
              <a:ext uri="{FF2B5EF4-FFF2-40B4-BE49-F238E27FC236}">
                <a16:creationId xmlns:a16="http://schemas.microsoft.com/office/drawing/2014/main" id="{6AC7B5CD-9C97-F301-C5C6-61FA943D83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3827" y="2528753"/>
            <a:ext cx="5387629" cy="1800493"/>
          </a:xfrm>
          <a:prstGeom prst="roundRect">
            <a:avLst>
              <a:gd name="adj" fmla="val 11111"/>
            </a:avLst>
          </a:prstGeom>
          <a:ln w="190500" cap="rnd">
            <a:solidFill>
              <a:schemeClr val="tx1"/>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8137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p:nvPr/>
        </p:nvSpPr>
        <p:spPr>
          <a:xfrm>
            <a:off x="375920" y="195292"/>
            <a:ext cx="6197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Arial"/>
                <a:ea typeface="Arial"/>
                <a:cs typeface="Arial"/>
                <a:sym typeface="Arial"/>
              </a:rPr>
              <a:t>EXISTING SYSTEM</a:t>
            </a:r>
            <a:endParaRPr sz="3200">
              <a:solidFill>
                <a:schemeClr val="dk1"/>
              </a:solidFill>
              <a:latin typeface="Arial"/>
              <a:ea typeface="Arial"/>
              <a:cs typeface="Arial"/>
              <a:sym typeface="Arial"/>
            </a:endParaRPr>
          </a:p>
        </p:txBody>
      </p:sp>
      <p:sp>
        <p:nvSpPr>
          <p:cNvPr id="134" name="Google Shape;134;p7"/>
          <p:cNvSpPr txBox="1"/>
          <p:nvPr/>
        </p:nvSpPr>
        <p:spPr>
          <a:xfrm>
            <a:off x="375920" y="780067"/>
            <a:ext cx="785368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In the existing system there is </a:t>
            </a:r>
            <a:r>
              <a:rPr lang="en-US" sz="2000" dirty="0">
                <a:solidFill>
                  <a:srgbClr val="FF0000"/>
                </a:solidFill>
                <a:latin typeface="Times New Roman"/>
                <a:ea typeface="Times New Roman"/>
                <a:cs typeface="Times New Roman"/>
                <a:sym typeface="Times New Roman"/>
              </a:rPr>
              <a:t>no obstacle deduction</a:t>
            </a:r>
            <a:r>
              <a:rPr lang="en-US" sz="2000" dirty="0">
                <a:solidFill>
                  <a:schemeClr val="dk1"/>
                </a:solidFill>
                <a:latin typeface="Times New Roman"/>
                <a:ea typeface="Times New Roman"/>
                <a:cs typeface="Times New Roman"/>
                <a:sym typeface="Times New Roman"/>
              </a:rPr>
              <a:t>, hence obstacle avoidance strategy is of most important. Obstacle avoider has a vast field of application.  They can be use to </a:t>
            </a:r>
            <a:r>
              <a:rPr lang="en-US" sz="2000" dirty="0">
                <a:solidFill>
                  <a:srgbClr val="FF0000"/>
                </a:solidFill>
                <a:latin typeface="Times New Roman"/>
                <a:ea typeface="Times New Roman"/>
                <a:cs typeface="Times New Roman"/>
                <a:sym typeface="Times New Roman"/>
              </a:rPr>
              <a:t>stop the vehicle when there is a person or object before it and also it automatically moves backwards and goes in left or right  direction</a:t>
            </a:r>
            <a:r>
              <a:rPr lang="en-US" sz="2000" dirty="0">
                <a:solidFill>
                  <a:schemeClr val="dk1"/>
                </a:solidFill>
                <a:latin typeface="Times New Roman"/>
                <a:ea typeface="Times New Roman"/>
                <a:cs typeface="Times New Roman"/>
                <a:sym typeface="Times New Roman"/>
              </a:rPr>
              <a:t>.  In case if the obstacle deduction fails then the accident alert location tracking system takes place.</a:t>
            </a: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 The existing systems just provide an SOS button that you may press in case of an accident but sometimes the accident can be severe enough that the </a:t>
            </a:r>
            <a:r>
              <a:rPr lang="en-US" sz="2000" dirty="0">
                <a:solidFill>
                  <a:srgbClr val="FF0000"/>
                </a:solidFill>
                <a:latin typeface="Times New Roman"/>
                <a:ea typeface="Times New Roman"/>
                <a:cs typeface="Times New Roman"/>
                <a:sym typeface="Times New Roman"/>
              </a:rPr>
              <a:t>victim is not able to reach for the panic button</a:t>
            </a:r>
            <a:r>
              <a:rPr lang="en-US" sz="2000" dirty="0">
                <a:solidFill>
                  <a:schemeClr val="dk1"/>
                </a:solidFill>
                <a:latin typeface="Times New Roman"/>
                <a:ea typeface="Times New Roman"/>
                <a:cs typeface="Times New Roman"/>
                <a:sym typeface="Times New Roman"/>
              </a:rPr>
              <a:t>. Hence, the automation of this concept provides a more effective solution to the problem at hand. It will greatly aid the emergency services as the vehicles can be </a:t>
            </a:r>
            <a:r>
              <a:rPr lang="en-US" sz="2000" dirty="0">
                <a:solidFill>
                  <a:srgbClr val="FF0000"/>
                </a:solidFill>
                <a:latin typeface="Times New Roman"/>
                <a:ea typeface="Times New Roman"/>
                <a:cs typeface="Times New Roman"/>
                <a:sym typeface="Times New Roman"/>
              </a:rPr>
              <a:t>tracked and the location of the collision site can be searched using navigation software readily available such as google maps</a:t>
            </a:r>
            <a:r>
              <a:rPr lang="en-US" sz="2000" dirty="0">
                <a:solidFill>
                  <a:schemeClr val="dk1"/>
                </a:solidFill>
                <a:latin typeface="Times New Roman"/>
                <a:ea typeface="Times New Roman"/>
                <a:cs typeface="Times New Roman"/>
                <a:sym typeface="Times New Roman"/>
              </a:rPr>
              <a:t>. Our system has a false detection prevention button as well so this would help provide efficient and accurate data and not waste the precious time of the emergency services. It eliminates the need to depend on passers-by for the survival of the victims of the crash. </a:t>
            </a:r>
            <a:r>
              <a:rPr lang="en-US" sz="2000" dirty="0">
                <a:solidFill>
                  <a:srgbClr val="FF0000"/>
                </a:solidFill>
                <a:latin typeface="Times New Roman"/>
                <a:ea typeface="Times New Roman"/>
                <a:cs typeface="Times New Roman"/>
                <a:sym typeface="Times New Roman"/>
              </a:rPr>
              <a:t>It is Cost-effective and can be easily installed</a:t>
            </a:r>
            <a:r>
              <a:rPr lang="en-US" sz="2000" dirty="0">
                <a:solidFill>
                  <a:schemeClr val="dk1"/>
                </a:solidFill>
                <a:latin typeface="Times New Roman"/>
                <a:ea typeface="Times New Roman"/>
                <a:cs typeface="Times New Roman"/>
                <a:sym typeface="Times New Roman"/>
              </a:rPr>
              <a:t>.</a:t>
            </a:r>
            <a:endParaRPr sz="2000" dirty="0">
              <a:solidFill>
                <a:schemeClr val="dk1"/>
              </a:solidFill>
              <a:latin typeface="Gill Sans"/>
              <a:ea typeface="Gill Sans"/>
              <a:cs typeface="Gill Sans"/>
              <a:sym typeface="Gill Sans"/>
            </a:endParaRPr>
          </a:p>
        </p:txBody>
      </p:sp>
      <p:pic>
        <p:nvPicPr>
          <p:cNvPr id="135" name="Google Shape;135;p7" descr="V50 4G personal GPS tracker with SOS call_SHENZHEN REACHFAR TECHNOLOGY  COMPANY LIMITED"/>
          <p:cNvPicPr preferRelativeResize="0"/>
          <p:nvPr/>
        </p:nvPicPr>
        <p:blipFill rotWithShape="1">
          <a:blip r:embed="rId3">
            <a:alphaModFix/>
          </a:blip>
          <a:srcRect/>
          <a:stretch/>
        </p:blipFill>
        <p:spPr>
          <a:xfrm>
            <a:off x="8656638" y="3157466"/>
            <a:ext cx="3159442" cy="3159442"/>
          </a:xfrm>
          <a:prstGeom prst="rect">
            <a:avLst/>
          </a:prstGeom>
          <a:noFill/>
          <a:ln>
            <a:noFill/>
          </a:ln>
        </p:spPr>
      </p:pic>
      <p:pic>
        <p:nvPicPr>
          <p:cNvPr id="136" name="Google Shape;136;p7" descr="Arduino Based Obstacle Avoiding Robot Car - The DIY Life"/>
          <p:cNvPicPr preferRelativeResize="0"/>
          <p:nvPr/>
        </p:nvPicPr>
        <p:blipFill rotWithShape="1">
          <a:blip r:embed="rId4">
            <a:alphaModFix/>
          </a:blip>
          <a:srcRect/>
          <a:stretch/>
        </p:blipFill>
        <p:spPr>
          <a:xfrm>
            <a:off x="8656638" y="780066"/>
            <a:ext cx="3159442" cy="23085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8"/>
          <p:cNvSpPr txBox="1"/>
          <p:nvPr/>
        </p:nvSpPr>
        <p:spPr>
          <a:xfrm>
            <a:off x="568960" y="721360"/>
            <a:ext cx="403352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Gill Sans"/>
                <a:ea typeface="Gill Sans"/>
                <a:cs typeface="Gill Sans"/>
                <a:sym typeface="Gill Sans"/>
              </a:rPr>
              <a:t>DISADVANTAGE</a:t>
            </a:r>
            <a:endParaRPr sz="3200">
              <a:solidFill>
                <a:schemeClr val="dk1"/>
              </a:solidFill>
              <a:latin typeface="Gill Sans"/>
              <a:ea typeface="Gill Sans"/>
              <a:cs typeface="Gill Sans"/>
              <a:sym typeface="Gill Sans"/>
            </a:endParaRPr>
          </a:p>
        </p:txBody>
      </p:sp>
      <p:sp>
        <p:nvSpPr>
          <p:cNvPr id="142" name="Google Shape;142;p8"/>
          <p:cNvSpPr txBox="1"/>
          <p:nvPr/>
        </p:nvSpPr>
        <p:spPr>
          <a:xfrm>
            <a:off x="447040" y="1720840"/>
            <a:ext cx="5089694" cy="347787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FF0000"/>
              </a:buClr>
              <a:buSzPts val="2000"/>
              <a:buFont typeface="Arial"/>
              <a:buChar char="•"/>
            </a:pPr>
            <a:r>
              <a:rPr lang="en-US" sz="2000">
                <a:solidFill>
                  <a:srgbClr val="FF0000"/>
                </a:solidFill>
                <a:latin typeface="Times New Roman"/>
                <a:ea typeface="Times New Roman"/>
                <a:cs typeface="Times New Roman"/>
                <a:sym typeface="Times New Roman"/>
              </a:rPr>
              <a:t>Natural Disaster</a:t>
            </a:r>
            <a:r>
              <a:rPr lang="en-US" sz="2000">
                <a:solidFill>
                  <a:schemeClr val="dk1"/>
                </a:solidFill>
                <a:latin typeface="Times New Roman"/>
                <a:ea typeface="Times New Roman"/>
                <a:cs typeface="Times New Roman"/>
                <a:sym typeface="Times New Roman"/>
              </a:rPr>
              <a:t> scenarios may burden the network with more data than the </a:t>
            </a:r>
            <a:r>
              <a:rPr lang="en-US" sz="2000">
                <a:solidFill>
                  <a:srgbClr val="FF0000"/>
                </a:solidFill>
                <a:latin typeface="Times New Roman"/>
                <a:ea typeface="Times New Roman"/>
                <a:cs typeface="Times New Roman"/>
                <a:sym typeface="Times New Roman"/>
              </a:rPr>
              <a:t>network can handle and hence crash the network</a:t>
            </a:r>
            <a:r>
              <a:rPr lang="en-US" sz="2000">
                <a:solidFill>
                  <a:schemeClr val="dk1"/>
                </a:solidFill>
                <a:latin typeface="Times New Roman"/>
                <a:ea typeface="Times New Roman"/>
                <a:cs typeface="Times New Roman"/>
                <a:sym typeface="Times New Roman"/>
              </a:rPr>
              <a:t>. </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In rare cases, if </a:t>
            </a:r>
            <a:r>
              <a:rPr lang="en-US" sz="2000">
                <a:solidFill>
                  <a:srgbClr val="FF0000"/>
                </a:solidFill>
                <a:latin typeface="Times New Roman"/>
                <a:ea typeface="Times New Roman"/>
                <a:cs typeface="Times New Roman"/>
                <a:sym typeface="Times New Roman"/>
              </a:rPr>
              <a:t>the navigation services are down</a:t>
            </a:r>
            <a:r>
              <a:rPr lang="en-US" sz="2000">
                <a:solidFill>
                  <a:schemeClr val="dk1"/>
                </a:solidFill>
                <a:latin typeface="Times New Roman"/>
                <a:ea typeface="Times New Roman"/>
                <a:cs typeface="Times New Roman"/>
                <a:sym typeface="Times New Roman"/>
              </a:rPr>
              <a:t>, the system will not be able to detect the location. </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Furthermore, in </a:t>
            </a:r>
            <a:r>
              <a:rPr lang="en-US" sz="2000">
                <a:solidFill>
                  <a:srgbClr val="FF0000"/>
                </a:solidFill>
                <a:latin typeface="Times New Roman"/>
                <a:ea typeface="Times New Roman"/>
                <a:cs typeface="Times New Roman"/>
                <a:sym typeface="Times New Roman"/>
              </a:rPr>
              <a:t>extremely deserted areas, lack of network connectivity </a:t>
            </a:r>
            <a:r>
              <a:rPr lang="en-US" sz="2000">
                <a:solidFill>
                  <a:schemeClr val="dk1"/>
                </a:solidFill>
                <a:latin typeface="Times New Roman"/>
                <a:ea typeface="Times New Roman"/>
                <a:cs typeface="Times New Roman"/>
                <a:sym typeface="Times New Roman"/>
              </a:rPr>
              <a:t>may hamper the device operation.</a:t>
            </a:r>
            <a:endParaRPr sz="2000">
              <a:solidFill>
                <a:schemeClr val="dk1"/>
              </a:solidFill>
              <a:latin typeface="Gill Sans"/>
              <a:ea typeface="Gill Sans"/>
              <a:cs typeface="Gill Sans"/>
              <a:sym typeface="Gill Sans"/>
            </a:endParaRPr>
          </a:p>
        </p:txBody>
      </p:sp>
      <p:pic>
        <p:nvPicPr>
          <p:cNvPr id="143" name="Google Shape;143;p8" descr="Tornado In Stormy Landscape Climate Change And Natural Disaster Concept  Stock Photo - Download Image Now - iStock"/>
          <p:cNvPicPr preferRelativeResize="0"/>
          <p:nvPr/>
        </p:nvPicPr>
        <p:blipFill rotWithShape="1">
          <a:blip r:embed="rId3">
            <a:alphaModFix/>
          </a:blip>
          <a:srcRect/>
          <a:stretch/>
        </p:blipFill>
        <p:spPr>
          <a:xfrm>
            <a:off x="5974080" y="0"/>
            <a:ext cx="6217920" cy="6858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9"/>
          <p:cNvSpPr txBox="1"/>
          <p:nvPr/>
        </p:nvSpPr>
        <p:spPr>
          <a:xfrm>
            <a:off x="6167296" y="985520"/>
            <a:ext cx="6024704"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chemeClr val="dk1"/>
                </a:solidFill>
                <a:latin typeface="Gill Sans"/>
                <a:ea typeface="Gill Sans"/>
                <a:cs typeface="Gill Sans"/>
                <a:sym typeface="Gill Sans"/>
              </a:rPr>
              <a:t>FUTURE ENHANCEMENT</a:t>
            </a:r>
            <a:endParaRPr sz="4000">
              <a:solidFill>
                <a:schemeClr val="dk1"/>
              </a:solidFill>
              <a:latin typeface="Gill Sans"/>
              <a:ea typeface="Gill Sans"/>
              <a:cs typeface="Gill Sans"/>
              <a:sym typeface="Gill Sans"/>
            </a:endParaRPr>
          </a:p>
        </p:txBody>
      </p:sp>
      <p:sp>
        <p:nvSpPr>
          <p:cNvPr id="149" name="Google Shape;149;p9"/>
          <p:cNvSpPr txBox="1"/>
          <p:nvPr/>
        </p:nvSpPr>
        <p:spPr>
          <a:xfrm>
            <a:off x="416560" y="612844"/>
            <a:ext cx="5750736" cy="563231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system can be further worked on and improved by </a:t>
            </a:r>
            <a:r>
              <a:rPr lang="en-US" sz="1800">
                <a:solidFill>
                  <a:srgbClr val="FF0000"/>
                </a:solidFill>
                <a:latin typeface="Times New Roman"/>
                <a:ea typeface="Times New Roman"/>
                <a:cs typeface="Times New Roman"/>
                <a:sym typeface="Times New Roman"/>
              </a:rPr>
              <a:t>adding camera functionality</a:t>
            </a:r>
            <a:r>
              <a:rPr lang="en-US" sz="1800">
                <a:solidFill>
                  <a:schemeClr val="dk1"/>
                </a:solidFill>
                <a:latin typeface="Times New Roman"/>
                <a:ea typeface="Times New Roman"/>
                <a:cs typeface="Times New Roman"/>
                <a:sym typeface="Times New Roman"/>
              </a:rPr>
              <a:t>. This will help provide a real-time video stream to emergency services, record the accident occurrence, and help in legal and insurance proceedings with the police, court, and insurance companies.</a:t>
            </a:r>
            <a:endParaRPr/>
          </a:p>
          <a:p>
            <a:pPr marL="342900" marR="0" lvl="0" indent="-228600" algn="l" rtl="0">
              <a:spcBef>
                <a:spcPts val="0"/>
              </a:spcBef>
              <a:spcAft>
                <a:spcPts val="0"/>
              </a:spcAft>
              <a:buClr>
                <a:schemeClr val="dk1"/>
              </a:buClr>
              <a:buSzPts val="1800"/>
              <a:buFont typeface="Arial"/>
              <a:buNone/>
            </a:pPr>
            <a:endParaRPr sz="180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system can be </a:t>
            </a:r>
            <a:r>
              <a:rPr lang="en-US" sz="1800">
                <a:solidFill>
                  <a:srgbClr val="FF0000"/>
                </a:solidFill>
                <a:latin typeface="Times New Roman"/>
                <a:ea typeface="Times New Roman"/>
                <a:cs typeface="Times New Roman"/>
                <a:sym typeface="Times New Roman"/>
              </a:rPr>
              <a:t>incorporated with both 4G/5G functionality and 2G functionality </a:t>
            </a:r>
            <a:r>
              <a:rPr lang="en-US" sz="1800">
                <a:solidFill>
                  <a:schemeClr val="dk1"/>
                </a:solidFill>
                <a:latin typeface="Times New Roman"/>
                <a:ea typeface="Times New Roman"/>
                <a:cs typeface="Times New Roman"/>
                <a:sym typeface="Times New Roman"/>
              </a:rPr>
              <a:t>and depending on the network strength actively operate on the stronger network. The 4G/5G network will allow the live transmission of video and large data transmission while the 2G network will ensure basic features always work even in poor networks. </a:t>
            </a:r>
            <a:endParaRPr/>
          </a:p>
          <a:p>
            <a:pPr marL="342900" marR="0" lvl="0" indent="-228600" algn="l" rtl="0">
              <a:spcBef>
                <a:spcPts val="0"/>
              </a:spcBef>
              <a:spcAft>
                <a:spcPts val="0"/>
              </a:spcAft>
              <a:buClr>
                <a:schemeClr val="dk1"/>
              </a:buClr>
              <a:buSzPts val="1800"/>
              <a:buFont typeface="Arial"/>
              <a:buNone/>
            </a:pPr>
            <a:endParaRPr sz="180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 </a:t>
            </a:r>
            <a:r>
              <a:rPr lang="en-US" sz="1800">
                <a:solidFill>
                  <a:srgbClr val="FF0000"/>
                </a:solidFill>
                <a:latin typeface="Times New Roman"/>
                <a:ea typeface="Times New Roman"/>
                <a:cs typeface="Times New Roman"/>
                <a:sym typeface="Times New Roman"/>
              </a:rPr>
              <a:t>number plate monitoring system software</a:t>
            </a:r>
            <a:r>
              <a:rPr lang="en-US" sz="1800">
                <a:solidFill>
                  <a:schemeClr val="dk1"/>
                </a:solidFill>
                <a:latin typeface="Times New Roman"/>
                <a:ea typeface="Times New Roman"/>
                <a:cs typeface="Times New Roman"/>
                <a:sym typeface="Times New Roman"/>
              </a:rPr>
              <a:t> along with cameras can be implemented as well to log the number plates of the vehicles that were around the vehicle (with a system onboard) to identify the culprit vehicles in situations such as a hit --and- run.</a:t>
            </a:r>
            <a:endParaRPr sz="1800">
              <a:solidFill>
                <a:schemeClr val="dk1"/>
              </a:solidFill>
              <a:latin typeface="Times New Roman"/>
              <a:ea typeface="Times New Roman"/>
              <a:cs typeface="Times New Roman"/>
              <a:sym typeface="Times New Roman"/>
            </a:endParaRPr>
          </a:p>
        </p:txBody>
      </p:sp>
      <p:pic>
        <p:nvPicPr>
          <p:cNvPr id="150" name="Google Shape;150;p9" descr="Why Having a Growth Mindset is Critical for Company Success | CIO"/>
          <p:cNvPicPr preferRelativeResize="0"/>
          <p:nvPr/>
        </p:nvPicPr>
        <p:blipFill rotWithShape="1">
          <a:blip r:embed="rId3">
            <a:alphaModFix/>
          </a:blip>
          <a:srcRect/>
          <a:stretch/>
        </p:blipFill>
        <p:spPr>
          <a:xfrm>
            <a:off x="6492263" y="2067867"/>
            <a:ext cx="5374770" cy="380461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p:nvPr/>
        </p:nvSpPr>
        <p:spPr>
          <a:xfrm>
            <a:off x="538481" y="1777732"/>
            <a:ext cx="6207760"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u="sng" dirty="0">
                <a:solidFill>
                  <a:schemeClr val="dk1"/>
                </a:solidFill>
                <a:latin typeface="Chelsea Market"/>
                <a:ea typeface="Chelsea Market"/>
                <a:cs typeface="Chelsea Market"/>
                <a:sym typeface="Chelsea Market"/>
                <a:hlinkClick r:id="rId3">
                  <a:extLst>
                    <a:ext uri="{A12FA001-AC4F-418D-AE19-62706E023703}">
                      <ahyp:hlinkClr xmlns:ahyp="http://schemas.microsoft.com/office/drawing/2018/hyperlinkcolor" val="tx"/>
                    </a:ext>
                  </a:extLst>
                </a:hlinkClick>
              </a:rPr>
              <a:t>www.blynk.io</a:t>
            </a:r>
            <a:endParaRPr sz="2800" b="0" i="0" u="sng"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u="sng" dirty="0">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www.w3schools.com</a:t>
            </a:r>
            <a:endParaRPr sz="2800" u="sng"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b="0" i="0" u="sng" dirty="0">
                <a:solidFill>
                  <a:schemeClr val="dk1"/>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www.google.com</a:t>
            </a:r>
            <a:endParaRPr sz="2800" b="0" i="0" u="sng"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u="sng" dirty="0">
                <a:solidFill>
                  <a:schemeClr val="dk1"/>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http://en.Wikipedia.org/wiki/Recruitment</a:t>
            </a:r>
            <a:endParaRPr sz="2800" u="sng"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b="0" i="0" u="sng" dirty="0">
                <a:solidFill>
                  <a:schemeClr val="dk1"/>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http://www.recruitmentsystems.com</a:t>
            </a:r>
            <a:endParaRPr sz="2800" u="sng"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u="sng" dirty="0">
                <a:solidFill>
                  <a:schemeClr val="dk1"/>
                </a:solidFill>
                <a:latin typeface="Gill Sans"/>
                <a:ea typeface="Gill Sans"/>
                <a:cs typeface="Gill Sans"/>
                <a:sym typeface="Gill Sans"/>
                <a:hlinkClick r:id="rId8">
                  <a:extLst>
                    <a:ext uri="{A12FA001-AC4F-418D-AE19-62706E023703}">
                      <ahyp:hlinkClr xmlns:ahyp="http://schemas.microsoft.com/office/drawing/2018/hyperlinkcolor" val="tx"/>
                    </a:ext>
                  </a:extLst>
                </a:hlinkClick>
              </a:rPr>
              <a:t>Object-oriented programming - Wikipedia</a:t>
            </a:r>
            <a:endParaRPr sz="2800" b="0" i="0" u="sng" dirty="0">
              <a:solidFill>
                <a:schemeClr val="dk1"/>
              </a:solidFill>
              <a:latin typeface="Times New Roman"/>
              <a:ea typeface="Times New Roman"/>
              <a:cs typeface="Times New Roman"/>
              <a:sym typeface="Times New Roman"/>
            </a:endParaRPr>
          </a:p>
        </p:txBody>
      </p:sp>
      <p:pic>
        <p:nvPicPr>
          <p:cNvPr id="156" name="Google Shape;156;p10" descr="Four Tips for Preparing Your References"/>
          <p:cNvPicPr preferRelativeResize="0"/>
          <p:nvPr/>
        </p:nvPicPr>
        <p:blipFill rotWithShape="1">
          <a:blip r:embed="rId9">
            <a:alphaModFix/>
          </a:blip>
          <a:srcRect/>
          <a:stretch/>
        </p:blipFill>
        <p:spPr>
          <a:xfrm>
            <a:off x="6807200" y="781368"/>
            <a:ext cx="4876800" cy="5101272"/>
          </a:xfrm>
          <a:prstGeom prst="rect">
            <a:avLst/>
          </a:prstGeom>
          <a:noFill/>
          <a:ln>
            <a:noFill/>
          </a:ln>
        </p:spPr>
      </p:pic>
      <p:pic>
        <p:nvPicPr>
          <p:cNvPr id="157" name="Google Shape;157;p10" descr="GSTN enabled the functionality to find the Invoice Reference Number (IRN)  through the Document Number | A2Z Taxcorp LLP"/>
          <p:cNvPicPr preferRelativeResize="0"/>
          <p:nvPr/>
        </p:nvPicPr>
        <p:blipFill rotWithShape="1">
          <a:blip r:embed="rId10">
            <a:alphaModFix/>
          </a:blip>
          <a:srcRect l="3660" t="13738" r="40710" b="12725"/>
          <a:stretch/>
        </p:blipFill>
        <p:spPr>
          <a:xfrm>
            <a:off x="7274560" y="3332004"/>
            <a:ext cx="3100001" cy="216583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11" descr="Facility Safety First | I.C. Thomasson Associates"/>
          <p:cNvPicPr preferRelativeResize="0"/>
          <p:nvPr/>
        </p:nvPicPr>
        <p:blipFill rotWithShape="1">
          <a:blip r:embed="rId3">
            <a:alphaModFix/>
          </a:blip>
          <a:srcRect/>
          <a:stretch/>
        </p:blipFill>
        <p:spPr>
          <a:xfrm>
            <a:off x="-1" y="0"/>
            <a:ext cx="12192001" cy="6858000"/>
          </a:xfrm>
          <a:prstGeom prst="rect">
            <a:avLst/>
          </a:prstGeom>
          <a:noFill/>
          <a:ln>
            <a:noFill/>
          </a:ln>
        </p:spPr>
      </p:pic>
      <p:sp>
        <p:nvSpPr>
          <p:cNvPr id="163" name="Google Shape;163;p11"/>
          <p:cNvSpPr txBox="1"/>
          <p:nvPr/>
        </p:nvSpPr>
        <p:spPr>
          <a:xfrm>
            <a:off x="7851140" y="2621280"/>
            <a:ext cx="3520440"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chemeClr val="dk1"/>
                </a:solidFill>
                <a:latin typeface="Arial Black"/>
                <a:ea typeface="Arial Black"/>
                <a:cs typeface="Arial Black"/>
                <a:sym typeface="Arial Black"/>
              </a:rPr>
              <a:t>THANK YOU</a:t>
            </a:r>
            <a:endParaRPr sz="4800">
              <a:solidFill>
                <a:schemeClr val="dk1"/>
              </a:solidFill>
              <a:latin typeface="Arial Black"/>
              <a:ea typeface="Arial Black"/>
              <a:cs typeface="Arial Black"/>
              <a:sym typeface="Arial Black"/>
            </a:endParaRP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TotalTime>
  <Words>2221</Words>
  <Application>Microsoft Office PowerPoint</Application>
  <PresentationFormat>Widescreen</PresentationFormat>
  <Paragraphs>115</Paragraphs>
  <Slides>24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Times New Roman</vt:lpstr>
      <vt:lpstr>Chelsea Market</vt:lpstr>
      <vt:lpstr>Arial Black</vt:lpstr>
      <vt:lpstr>Poppins</vt:lpstr>
      <vt:lpstr>Arial</vt:lpstr>
      <vt:lpstr>Gill Sans</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RELATED WORKS AND LITERATURE SURVEY</vt:lpstr>
      <vt:lpstr>PowerPoint Presentation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Subha GS</dc:creator>
  <cp:lastModifiedBy>Subha GS</cp:lastModifiedBy>
  <cp:revision>8</cp:revision>
  <dcterms:created xsi:type="dcterms:W3CDTF">2023-11-08T16:46:44Z</dcterms:created>
  <dcterms:modified xsi:type="dcterms:W3CDTF">2024-08-22T13:46:30Z</dcterms:modified>
</cp:coreProperties>
</file>